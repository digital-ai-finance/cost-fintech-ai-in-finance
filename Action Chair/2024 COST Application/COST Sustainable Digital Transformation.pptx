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9a78a4f8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e9a78a4f8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9a78a4f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9a78a4f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9a78a4f8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9a78a4f8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spreadsheets/d/1OlTYPD5gE9u3uRPVM7vQLoMagnqb3fpZxmfJ6tc_KgQ/edit?gid=0#gid=0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spreadsheets/d/1OlTYPD5gE9u3uRPVM7vQLoMagnqb3fpZxmfJ6tc_KgQ/edit?gid=0#gid=0" TargetMode="External"/><Relationship Id="rId4" Type="http://schemas.openxmlformats.org/officeDocument/2006/relationships/hyperlink" Target="https://docs.google.com/spreadsheets/d/1OlTYPD5gE9u3uRPVM7vQLoMagnqb3fpZxmfJ6tc_KgQ/edit?gid=0#gid=0" TargetMode="External"/><Relationship Id="rId5" Type="http://schemas.openxmlformats.org/officeDocument/2006/relationships/hyperlink" Target="https://docs.google.com/document/d/13Exy3kLzFz2zGpzmhEAFhVWItQhrqoqKui8lrVEDlKg/edit" TargetMode="External"/><Relationship Id="rId6" Type="http://schemas.openxmlformats.org/officeDocument/2006/relationships/hyperlink" Target="https://docs.google.com/document/d/13Exy3kLzFz2zGpzmhEAFhVWItQhrqoqKui8lrVEDlKg/edit" TargetMode="External"/><Relationship Id="rId7" Type="http://schemas.openxmlformats.org/officeDocument/2006/relationships/hyperlink" Target="https://docs.google.com/document/d/1LblSx9tvZ29FQ2vSJ-9xFXztBPC1z_YIoJFx97WICMA/edit?usp=sharing" TargetMode="External"/><Relationship Id="rId8" Type="http://schemas.openxmlformats.org/officeDocument/2006/relationships/hyperlink" Target="https://docs.google.com/document/d/1LblSx9tvZ29FQ2vSJ-9xFXztBPC1z_YIoJFx97WICMA/edit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 Sustainable Digital Transformation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2024.10.22 Submission COST proposal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/>
              <a:t>Current network: </a:t>
            </a:r>
            <a:r>
              <a:rPr lang="en-GB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https://docs.google.com/spreadsheets/d/1OlTYPD5gE9u3uRPVM7vQLoMagnqb3fpZxmfJ6tc_KgQ/edit?gid=0#gid=0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2024.07.02 Kick-Off Meeting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9:30 – 9:45: Fill in any missing details together:</a:t>
            </a:r>
            <a:r>
              <a:rPr lang="en-GB" sz="14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400" u="sng">
                <a:solidFill>
                  <a:schemeClr val="hlink"/>
                </a:solidFill>
                <a:hlinkClick r:id="rId4"/>
              </a:rPr>
              <a:t>https://docs.google.com/spreadsheets/d/1OlTYPD5gE9u3uRPVM7vQLoMagnqb3fpZxmfJ6tc_KgQ/edit?gid=0#gid=0</a:t>
            </a:r>
            <a:endParaRPr sz="14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9:45 – 10:00:</a:t>
            </a:r>
            <a:r>
              <a:rPr lang="en-GB" sz="14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400" u="sng">
                <a:solidFill>
                  <a:schemeClr val="hlink"/>
                </a:solidFill>
                <a:hlinkClick r:id="rId6"/>
              </a:rPr>
              <a:t>Brainstorming on network composition</a:t>
            </a:r>
            <a:r>
              <a:rPr lang="en-GB" sz="1400">
                <a:solidFill>
                  <a:schemeClr val="dk1"/>
                </a:solidFill>
              </a:rPr>
              <a:t> (Industry, gender, young researchers, European institutions), in view of the COST requirements.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10:00 – 10:15:</a:t>
            </a:r>
            <a:r>
              <a:rPr lang="en-GB" sz="14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400" u="sng">
                <a:solidFill>
                  <a:schemeClr val="hlink"/>
                </a:solidFill>
                <a:hlinkClick r:id="rId8"/>
              </a:rPr>
              <a:t>Brainstorming on research content</a:t>
            </a:r>
            <a:r>
              <a:rPr lang="en-GB" sz="1400">
                <a:solidFill>
                  <a:schemeClr val="dk1"/>
                </a:solidFill>
              </a:rPr>
              <a:t> to be changed, updated, improved, in view of the COST requirements.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10:15 – 10:30: </a:t>
            </a:r>
            <a:r>
              <a:rPr b="1" lang="en-GB" sz="1400" u="sng">
                <a:solidFill>
                  <a:schemeClr val="dk1"/>
                </a:solidFill>
              </a:rPr>
              <a:t>Decision</a:t>
            </a:r>
            <a:r>
              <a:rPr lang="en-GB" sz="1400">
                <a:solidFill>
                  <a:schemeClr val="dk1"/>
                </a:solidFill>
              </a:rPr>
              <a:t> on criteria to be fulfilled for a country to join (criteria to be reviewed, if needed, by September 10</a:t>
            </a:r>
            <a:r>
              <a:rPr baseline="30000" lang="en-GB" sz="1400">
                <a:solidFill>
                  <a:schemeClr val="dk1"/>
                </a:solidFill>
              </a:rPr>
              <a:t>th</a:t>
            </a:r>
            <a:r>
              <a:rPr lang="en-GB" sz="1400">
                <a:solidFill>
                  <a:schemeClr val="dk1"/>
                </a:solidFill>
              </a:rPr>
              <a:t>), next steps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COST?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Highly competitive European research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4 years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Up to 1 Mio EUR in funding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Interdisciplinary, with industry and government organisations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Diversity (gender balance, young researchers, inclusiveness target countries) important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Deadline October 23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