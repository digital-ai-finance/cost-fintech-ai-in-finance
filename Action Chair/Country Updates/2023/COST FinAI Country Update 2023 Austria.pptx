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7c50651fb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7c50651fb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7c50651fb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7c50651fb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7c50651fb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7c50651fb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7c50651fb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7c50651fb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7c50651fb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7c50651fb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380"/>
              <a:t>EU COST CA 19130</a:t>
            </a:r>
            <a:endParaRPr b="1" sz="33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/>
              <a:t>Fintech and Artificial Intelligence in Finance Towards a transparent financial industry</a:t>
            </a:r>
            <a:endParaRPr sz="3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Country Update - Austria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Members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the beginning: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Ronald Hochreiter - Core Member &amp; Technical Coordinator of the action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Christian Ochs - MC member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Stefan Theußl - Industry Representative (since 2020)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New in 2022: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Bernhard Haslhofer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Stefan Kitzler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Coordination of the Action: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Setting up and maintaining the Wiki.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Setting up and maintaining more than 15 WordPress sites for various conferences, workshops and summer schools.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Organizing Conferences, Workshops and Lectures.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Coordination with the Austrian Chamber of Commerce (WKO).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Building a Network within the Austrian Community of FinTech and AI.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Being part of the Regulatory Sandbox of the Austrian Ministry of Finance.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Konferenz “Frontiers in Decentralized Finance” an ZHAW School of Management and Law, als Teil der Veranstaltungsreihe "Artificial Intelligence in Industry and Finance"; Teilnehmer: Stefan Kitzler, Bernhard Haslhofer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ESG Data Analytics Forum 2021 at Raiffeisen Bank International on November 3rd, 2021.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ESG Workshop at the Financial Market Authority on September 21, 2022.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International Conference on Data Science in Finance 2022 in Vienna on September 14-15, 2023.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International Conference on Data Science in Finance 2023 (ESG Data Analytics Forum) forthcoming on November 9th, 2023.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Publications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C. Lesa and R. Hochreiter. Cryptocurrency Pair Trading. Forthcoming in Digital Finance, 2023.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I-E. Tellez-Leon, S. Martinez-Jaramillo, L. Escobar-Farfan, R. Hochreiter. How are network centrality metrics related to interest rates in the Mexican secured and unsecured interbank markets? Journal of Financial Stability. 2021.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Outlook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Continuation of everything done so far! It was a success and will be an even bigger success!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