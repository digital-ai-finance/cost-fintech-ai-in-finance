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1" r:id="rId2"/>
  </p:sldMasterIdLst>
  <p:notesMasterIdLst>
    <p:notesMasterId r:id="rId12"/>
  </p:notesMasterIdLst>
  <p:sldIdLst>
    <p:sldId id="256" r:id="rId3"/>
    <p:sldId id="257" r:id="rId4"/>
    <p:sldId id="258" r:id="rId5"/>
    <p:sldId id="266" r:id="rId6"/>
    <p:sldId id="265" r:id="rId7"/>
    <p:sldId id="268" r:id="rId8"/>
    <p:sldId id="269" r:id="rId9"/>
    <p:sldId id="267" r:id="rId10"/>
    <p:sldId id="264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5" roundtripDataSignature="AMtx7miXlMryuc2M0toKG4v/ThbQIAeK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1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customschemas.google.com/relationships/presentationmetadata" Target="metadata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4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" name="Google Shape;124;p2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:notes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4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sz="1400" b="0" i="0" u="none" strike="noStrike" cap="non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f67caf98e7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gf67caf98e7_0_4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1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f67caf98e7_0_4:notes"/>
          <p:cNvSpPr txBox="1"/>
          <p:nvPr/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4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sz="1400" b="0" i="0" u="none" strike="noStrike" cap="non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f67caf98e7_0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" name="Google Shape;177;gf67caf98e7_0_243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1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f67caf98e7_0_243:notes"/>
          <p:cNvSpPr txBox="1"/>
          <p:nvPr/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4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sz="1400" b="0" i="0" u="none" strike="noStrike" cap="non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74800" y="1515240"/>
            <a:ext cx="8327160" cy="58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subTitle" idx="1"/>
          </p:nvPr>
        </p:nvSpPr>
        <p:spPr>
          <a:xfrm>
            <a:off x="874800" y="2103120"/>
            <a:ext cx="10224720" cy="366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8"/>
          <p:cNvSpPr txBox="1">
            <a:spLocks noGrp="1"/>
          </p:cNvSpPr>
          <p:nvPr>
            <p:ph type="title"/>
          </p:nvPr>
        </p:nvSpPr>
        <p:spPr>
          <a:xfrm>
            <a:off x="874800" y="1515240"/>
            <a:ext cx="8327160" cy="58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body" idx="1"/>
          </p:nvPr>
        </p:nvSpPr>
        <p:spPr>
          <a:xfrm>
            <a:off x="874800" y="2103120"/>
            <a:ext cx="10224720" cy="366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title"/>
          </p:nvPr>
        </p:nvSpPr>
        <p:spPr>
          <a:xfrm>
            <a:off x="874800" y="1515240"/>
            <a:ext cx="8327160" cy="58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body" idx="1"/>
          </p:nvPr>
        </p:nvSpPr>
        <p:spPr>
          <a:xfrm>
            <a:off x="874800" y="2103120"/>
            <a:ext cx="4989600" cy="366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body" idx="2"/>
          </p:nvPr>
        </p:nvSpPr>
        <p:spPr>
          <a:xfrm>
            <a:off x="6114240" y="2103120"/>
            <a:ext cx="4989600" cy="366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0"/>
          <p:cNvSpPr txBox="1">
            <a:spLocks noGrp="1"/>
          </p:cNvSpPr>
          <p:nvPr>
            <p:ph type="title"/>
          </p:nvPr>
        </p:nvSpPr>
        <p:spPr>
          <a:xfrm>
            <a:off x="874800" y="1515240"/>
            <a:ext cx="8327160" cy="58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subTitle" idx="1"/>
          </p:nvPr>
        </p:nvSpPr>
        <p:spPr>
          <a:xfrm>
            <a:off x="874800" y="1515240"/>
            <a:ext cx="8327160" cy="272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>
            <a:spLocks noGrp="1"/>
          </p:cNvSpPr>
          <p:nvPr>
            <p:ph type="title"/>
          </p:nvPr>
        </p:nvSpPr>
        <p:spPr>
          <a:xfrm>
            <a:off x="874800" y="1515240"/>
            <a:ext cx="8327160" cy="58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body" idx="1"/>
          </p:nvPr>
        </p:nvSpPr>
        <p:spPr>
          <a:xfrm>
            <a:off x="874800" y="2103120"/>
            <a:ext cx="49896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body" idx="2"/>
          </p:nvPr>
        </p:nvSpPr>
        <p:spPr>
          <a:xfrm>
            <a:off x="6114240" y="2103120"/>
            <a:ext cx="4989600" cy="366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body" idx="3"/>
          </p:nvPr>
        </p:nvSpPr>
        <p:spPr>
          <a:xfrm>
            <a:off x="874800" y="4017600"/>
            <a:ext cx="49896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3"/>
          <p:cNvSpPr txBox="1">
            <a:spLocks noGrp="1"/>
          </p:cNvSpPr>
          <p:nvPr>
            <p:ph type="title"/>
          </p:nvPr>
        </p:nvSpPr>
        <p:spPr>
          <a:xfrm>
            <a:off x="874800" y="1515240"/>
            <a:ext cx="8327160" cy="58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body" idx="1"/>
          </p:nvPr>
        </p:nvSpPr>
        <p:spPr>
          <a:xfrm>
            <a:off x="874800" y="2103120"/>
            <a:ext cx="4989600" cy="366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body" idx="2"/>
          </p:nvPr>
        </p:nvSpPr>
        <p:spPr>
          <a:xfrm>
            <a:off x="6114240" y="2103120"/>
            <a:ext cx="49896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body" idx="3"/>
          </p:nvPr>
        </p:nvSpPr>
        <p:spPr>
          <a:xfrm>
            <a:off x="6114240" y="4017600"/>
            <a:ext cx="49896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4"/>
          <p:cNvSpPr txBox="1">
            <a:spLocks noGrp="1"/>
          </p:cNvSpPr>
          <p:nvPr>
            <p:ph type="title"/>
          </p:nvPr>
        </p:nvSpPr>
        <p:spPr>
          <a:xfrm>
            <a:off x="874800" y="1515240"/>
            <a:ext cx="8327160" cy="58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body" idx="1"/>
          </p:nvPr>
        </p:nvSpPr>
        <p:spPr>
          <a:xfrm>
            <a:off x="874800" y="2103120"/>
            <a:ext cx="49896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body" idx="2"/>
          </p:nvPr>
        </p:nvSpPr>
        <p:spPr>
          <a:xfrm>
            <a:off x="6114240" y="2103120"/>
            <a:ext cx="49896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body" idx="3"/>
          </p:nvPr>
        </p:nvSpPr>
        <p:spPr>
          <a:xfrm>
            <a:off x="874800" y="4017600"/>
            <a:ext cx="1022472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>
            <a:spLocks noGrp="1"/>
          </p:cNvSpPr>
          <p:nvPr>
            <p:ph type="title"/>
          </p:nvPr>
        </p:nvSpPr>
        <p:spPr>
          <a:xfrm>
            <a:off x="874800" y="1515240"/>
            <a:ext cx="8327160" cy="58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5"/>
          <p:cNvSpPr txBox="1">
            <a:spLocks noGrp="1"/>
          </p:cNvSpPr>
          <p:nvPr>
            <p:ph type="body" idx="1"/>
          </p:nvPr>
        </p:nvSpPr>
        <p:spPr>
          <a:xfrm>
            <a:off x="874800" y="2103120"/>
            <a:ext cx="1022472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body" idx="2"/>
          </p:nvPr>
        </p:nvSpPr>
        <p:spPr>
          <a:xfrm>
            <a:off x="874800" y="4017600"/>
            <a:ext cx="1022472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6"/>
          <p:cNvSpPr txBox="1">
            <a:spLocks noGrp="1"/>
          </p:cNvSpPr>
          <p:nvPr>
            <p:ph type="title"/>
          </p:nvPr>
        </p:nvSpPr>
        <p:spPr>
          <a:xfrm>
            <a:off x="874800" y="1515240"/>
            <a:ext cx="8327160" cy="58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6"/>
          <p:cNvSpPr txBox="1">
            <a:spLocks noGrp="1"/>
          </p:cNvSpPr>
          <p:nvPr>
            <p:ph type="body" idx="1"/>
          </p:nvPr>
        </p:nvSpPr>
        <p:spPr>
          <a:xfrm>
            <a:off x="874800" y="2103120"/>
            <a:ext cx="49896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6"/>
          <p:cNvSpPr txBox="1">
            <a:spLocks noGrp="1"/>
          </p:cNvSpPr>
          <p:nvPr>
            <p:ph type="body" idx="2"/>
          </p:nvPr>
        </p:nvSpPr>
        <p:spPr>
          <a:xfrm>
            <a:off x="6114240" y="2103120"/>
            <a:ext cx="49896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body" idx="3"/>
          </p:nvPr>
        </p:nvSpPr>
        <p:spPr>
          <a:xfrm>
            <a:off x="874800" y="4017600"/>
            <a:ext cx="49896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6"/>
          <p:cNvSpPr txBox="1">
            <a:spLocks noGrp="1"/>
          </p:cNvSpPr>
          <p:nvPr>
            <p:ph type="body" idx="4"/>
          </p:nvPr>
        </p:nvSpPr>
        <p:spPr>
          <a:xfrm>
            <a:off x="6114240" y="4017600"/>
            <a:ext cx="49896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>
            <a:spLocks noGrp="1"/>
          </p:cNvSpPr>
          <p:nvPr>
            <p:ph type="title"/>
          </p:nvPr>
        </p:nvSpPr>
        <p:spPr>
          <a:xfrm>
            <a:off x="874800" y="1515240"/>
            <a:ext cx="8327160" cy="58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body" idx="1"/>
          </p:nvPr>
        </p:nvSpPr>
        <p:spPr>
          <a:xfrm>
            <a:off x="874800" y="2103120"/>
            <a:ext cx="32922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body" idx="2"/>
          </p:nvPr>
        </p:nvSpPr>
        <p:spPr>
          <a:xfrm>
            <a:off x="4331880" y="2103120"/>
            <a:ext cx="32922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body" idx="3"/>
          </p:nvPr>
        </p:nvSpPr>
        <p:spPr>
          <a:xfrm>
            <a:off x="7789320" y="2103120"/>
            <a:ext cx="32922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body" idx="4"/>
          </p:nvPr>
        </p:nvSpPr>
        <p:spPr>
          <a:xfrm>
            <a:off x="874800" y="4017600"/>
            <a:ext cx="32922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body" idx="5"/>
          </p:nvPr>
        </p:nvSpPr>
        <p:spPr>
          <a:xfrm>
            <a:off x="4331880" y="4017600"/>
            <a:ext cx="32922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body" idx="6"/>
          </p:nvPr>
        </p:nvSpPr>
        <p:spPr>
          <a:xfrm>
            <a:off x="7789320" y="4017600"/>
            <a:ext cx="32922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>
            <a:spLocks noGrp="1"/>
          </p:cNvSpPr>
          <p:nvPr>
            <p:ph type="title"/>
          </p:nvPr>
        </p:nvSpPr>
        <p:spPr>
          <a:xfrm>
            <a:off x="874800" y="1515240"/>
            <a:ext cx="8327160" cy="58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subTitle" idx="1"/>
          </p:nvPr>
        </p:nvSpPr>
        <p:spPr>
          <a:xfrm>
            <a:off x="874800" y="2103120"/>
            <a:ext cx="10224720" cy="366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>
            <a:spLocks noGrp="1"/>
          </p:cNvSpPr>
          <p:nvPr>
            <p:ph type="title"/>
          </p:nvPr>
        </p:nvSpPr>
        <p:spPr>
          <a:xfrm>
            <a:off x="874800" y="1515240"/>
            <a:ext cx="8327160" cy="58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body" idx="1"/>
          </p:nvPr>
        </p:nvSpPr>
        <p:spPr>
          <a:xfrm>
            <a:off x="874800" y="2103120"/>
            <a:ext cx="10224720" cy="366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>
            <a:spLocks noGrp="1"/>
          </p:cNvSpPr>
          <p:nvPr>
            <p:ph type="title"/>
          </p:nvPr>
        </p:nvSpPr>
        <p:spPr>
          <a:xfrm>
            <a:off x="874800" y="1515240"/>
            <a:ext cx="8327160" cy="58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body" idx="1"/>
          </p:nvPr>
        </p:nvSpPr>
        <p:spPr>
          <a:xfrm>
            <a:off x="874800" y="2103120"/>
            <a:ext cx="4989600" cy="366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body" idx="2"/>
          </p:nvPr>
        </p:nvSpPr>
        <p:spPr>
          <a:xfrm>
            <a:off x="6114240" y="2103120"/>
            <a:ext cx="4989600" cy="366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>
            <a:spLocks noGrp="1"/>
          </p:cNvSpPr>
          <p:nvPr>
            <p:ph type="title"/>
          </p:nvPr>
        </p:nvSpPr>
        <p:spPr>
          <a:xfrm>
            <a:off x="874800" y="1515240"/>
            <a:ext cx="8327160" cy="58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 txBox="1">
            <a:spLocks noGrp="1"/>
          </p:cNvSpPr>
          <p:nvPr>
            <p:ph type="subTitle" idx="1"/>
          </p:nvPr>
        </p:nvSpPr>
        <p:spPr>
          <a:xfrm>
            <a:off x="874800" y="1515240"/>
            <a:ext cx="8327160" cy="272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3"/>
          <p:cNvSpPr txBox="1">
            <a:spLocks noGrp="1"/>
          </p:cNvSpPr>
          <p:nvPr>
            <p:ph type="title"/>
          </p:nvPr>
        </p:nvSpPr>
        <p:spPr>
          <a:xfrm>
            <a:off x="874800" y="1515240"/>
            <a:ext cx="8327160" cy="58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3"/>
          <p:cNvSpPr txBox="1">
            <a:spLocks noGrp="1"/>
          </p:cNvSpPr>
          <p:nvPr>
            <p:ph type="body" idx="1"/>
          </p:nvPr>
        </p:nvSpPr>
        <p:spPr>
          <a:xfrm>
            <a:off x="874800" y="2103120"/>
            <a:ext cx="49896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3"/>
          <p:cNvSpPr txBox="1">
            <a:spLocks noGrp="1"/>
          </p:cNvSpPr>
          <p:nvPr>
            <p:ph type="body" idx="2"/>
          </p:nvPr>
        </p:nvSpPr>
        <p:spPr>
          <a:xfrm>
            <a:off x="6114240" y="2103120"/>
            <a:ext cx="4989600" cy="366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body" idx="3"/>
          </p:nvPr>
        </p:nvSpPr>
        <p:spPr>
          <a:xfrm>
            <a:off x="874800" y="4017600"/>
            <a:ext cx="49896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4"/>
          <p:cNvSpPr txBox="1">
            <a:spLocks noGrp="1"/>
          </p:cNvSpPr>
          <p:nvPr>
            <p:ph type="title"/>
          </p:nvPr>
        </p:nvSpPr>
        <p:spPr>
          <a:xfrm>
            <a:off x="874800" y="1515240"/>
            <a:ext cx="8327160" cy="58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4"/>
          <p:cNvSpPr txBox="1">
            <a:spLocks noGrp="1"/>
          </p:cNvSpPr>
          <p:nvPr>
            <p:ph type="body" idx="1"/>
          </p:nvPr>
        </p:nvSpPr>
        <p:spPr>
          <a:xfrm>
            <a:off x="874800" y="2103120"/>
            <a:ext cx="4989600" cy="366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4"/>
          <p:cNvSpPr txBox="1">
            <a:spLocks noGrp="1"/>
          </p:cNvSpPr>
          <p:nvPr>
            <p:ph type="body" idx="2"/>
          </p:nvPr>
        </p:nvSpPr>
        <p:spPr>
          <a:xfrm>
            <a:off x="6114240" y="2103120"/>
            <a:ext cx="49896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4"/>
          <p:cNvSpPr txBox="1">
            <a:spLocks noGrp="1"/>
          </p:cNvSpPr>
          <p:nvPr>
            <p:ph type="body" idx="3"/>
          </p:nvPr>
        </p:nvSpPr>
        <p:spPr>
          <a:xfrm>
            <a:off x="6114240" y="4017600"/>
            <a:ext cx="49896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5"/>
          <p:cNvSpPr txBox="1">
            <a:spLocks noGrp="1"/>
          </p:cNvSpPr>
          <p:nvPr>
            <p:ph type="title"/>
          </p:nvPr>
        </p:nvSpPr>
        <p:spPr>
          <a:xfrm>
            <a:off x="874800" y="1515240"/>
            <a:ext cx="8327160" cy="58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5"/>
          <p:cNvSpPr txBox="1">
            <a:spLocks noGrp="1"/>
          </p:cNvSpPr>
          <p:nvPr>
            <p:ph type="body" idx="1"/>
          </p:nvPr>
        </p:nvSpPr>
        <p:spPr>
          <a:xfrm>
            <a:off x="874800" y="2103120"/>
            <a:ext cx="49896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5"/>
          <p:cNvSpPr txBox="1">
            <a:spLocks noGrp="1"/>
          </p:cNvSpPr>
          <p:nvPr>
            <p:ph type="body" idx="2"/>
          </p:nvPr>
        </p:nvSpPr>
        <p:spPr>
          <a:xfrm>
            <a:off x="6114240" y="2103120"/>
            <a:ext cx="49896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5"/>
          <p:cNvSpPr txBox="1">
            <a:spLocks noGrp="1"/>
          </p:cNvSpPr>
          <p:nvPr>
            <p:ph type="body" idx="3"/>
          </p:nvPr>
        </p:nvSpPr>
        <p:spPr>
          <a:xfrm>
            <a:off x="874800" y="4017600"/>
            <a:ext cx="1022472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6"/>
          <p:cNvSpPr txBox="1">
            <a:spLocks noGrp="1"/>
          </p:cNvSpPr>
          <p:nvPr>
            <p:ph type="title"/>
          </p:nvPr>
        </p:nvSpPr>
        <p:spPr>
          <a:xfrm>
            <a:off x="874800" y="1515240"/>
            <a:ext cx="8327160" cy="58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6"/>
          <p:cNvSpPr txBox="1">
            <a:spLocks noGrp="1"/>
          </p:cNvSpPr>
          <p:nvPr>
            <p:ph type="body" idx="1"/>
          </p:nvPr>
        </p:nvSpPr>
        <p:spPr>
          <a:xfrm>
            <a:off x="874800" y="2103120"/>
            <a:ext cx="1022472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6"/>
          <p:cNvSpPr txBox="1">
            <a:spLocks noGrp="1"/>
          </p:cNvSpPr>
          <p:nvPr>
            <p:ph type="body" idx="2"/>
          </p:nvPr>
        </p:nvSpPr>
        <p:spPr>
          <a:xfrm>
            <a:off x="874800" y="4017600"/>
            <a:ext cx="1022472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7"/>
          <p:cNvSpPr txBox="1">
            <a:spLocks noGrp="1"/>
          </p:cNvSpPr>
          <p:nvPr>
            <p:ph type="title"/>
          </p:nvPr>
        </p:nvSpPr>
        <p:spPr>
          <a:xfrm>
            <a:off x="874800" y="1515240"/>
            <a:ext cx="8327160" cy="58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7"/>
          <p:cNvSpPr txBox="1">
            <a:spLocks noGrp="1"/>
          </p:cNvSpPr>
          <p:nvPr>
            <p:ph type="body" idx="1"/>
          </p:nvPr>
        </p:nvSpPr>
        <p:spPr>
          <a:xfrm>
            <a:off x="874800" y="2103120"/>
            <a:ext cx="49896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7"/>
          <p:cNvSpPr txBox="1">
            <a:spLocks noGrp="1"/>
          </p:cNvSpPr>
          <p:nvPr>
            <p:ph type="body" idx="2"/>
          </p:nvPr>
        </p:nvSpPr>
        <p:spPr>
          <a:xfrm>
            <a:off x="6114240" y="2103120"/>
            <a:ext cx="49896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7"/>
          <p:cNvSpPr txBox="1">
            <a:spLocks noGrp="1"/>
          </p:cNvSpPr>
          <p:nvPr>
            <p:ph type="body" idx="3"/>
          </p:nvPr>
        </p:nvSpPr>
        <p:spPr>
          <a:xfrm>
            <a:off x="874800" y="4017600"/>
            <a:ext cx="49896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7"/>
          <p:cNvSpPr txBox="1">
            <a:spLocks noGrp="1"/>
          </p:cNvSpPr>
          <p:nvPr>
            <p:ph type="body" idx="4"/>
          </p:nvPr>
        </p:nvSpPr>
        <p:spPr>
          <a:xfrm>
            <a:off x="6114240" y="4017600"/>
            <a:ext cx="49896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8"/>
          <p:cNvSpPr txBox="1">
            <a:spLocks noGrp="1"/>
          </p:cNvSpPr>
          <p:nvPr>
            <p:ph type="title"/>
          </p:nvPr>
        </p:nvSpPr>
        <p:spPr>
          <a:xfrm>
            <a:off x="874800" y="1515240"/>
            <a:ext cx="8327160" cy="58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8"/>
          <p:cNvSpPr txBox="1">
            <a:spLocks noGrp="1"/>
          </p:cNvSpPr>
          <p:nvPr>
            <p:ph type="body" idx="1"/>
          </p:nvPr>
        </p:nvSpPr>
        <p:spPr>
          <a:xfrm>
            <a:off x="874800" y="2103120"/>
            <a:ext cx="32922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8"/>
          <p:cNvSpPr txBox="1">
            <a:spLocks noGrp="1"/>
          </p:cNvSpPr>
          <p:nvPr>
            <p:ph type="body" idx="2"/>
          </p:nvPr>
        </p:nvSpPr>
        <p:spPr>
          <a:xfrm>
            <a:off x="4331880" y="2103120"/>
            <a:ext cx="32922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8"/>
          <p:cNvSpPr txBox="1">
            <a:spLocks noGrp="1"/>
          </p:cNvSpPr>
          <p:nvPr>
            <p:ph type="body" idx="3"/>
          </p:nvPr>
        </p:nvSpPr>
        <p:spPr>
          <a:xfrm>
            <a:off x="7789320" y="2103120"/>
            <a:ext cx="32922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8"/>
          <p:cNvSpPr txBox="1">
            <a:spLocks noGrp="1"/>
          </p:cNvSpPr>
          <p:nvPr>
            <p:ph type="body" idx="4"/>
          </p:nvPr>
        </p:nvSpPr>
        <p:spPr>
          <a:xfrm>
            <a:off x="874800" y="4017600"/>
            <a:ext cx="32922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8"/>
          <p:cNvSpPr txBox="1">
            <a:spLocks noGrp="1"/>
          </p:cNvSpPr>
          <p:nvPr>
            <p:ph type="body" idx="5"/>
          </p:nvPr>
        </p:nvSpPr>
        <p:spPr>
          <a:xfrm>
            <a:off x="4331880" y="4017600"/>
            <a:ext cx="32922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8"/>
          <p:cNvSpPr txBox="1">
            <a:spLocks noGrp="1"/>
          </p:cNvSpPr>
          <p:nvPr>
            <p:ph type="body" idx="6"/>
          </p:nvPr>
        </p:nvSpPr>
        <p:spPr>
          <a:xfrm>
            <a:off x="7789320" y="4017600"/>
            <a:ext cx="32922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3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3"/>
          <p:cNvSpPr txBox="1">
            <a:spLocks noGrp="1"/>
          </p:cNvSpPr>
          <p:nvPr>
            <p:ph type="title"/>
          </p:nvPr>
        </p:nvSpPr>
        <p:spPr>
          <a:xfrm>
            <a:off x="1107360" y="3961440"/>
            <a:ext cx="8327160" cy="58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body" idx="1"/>
          </p:nvPr>
        </p:nvSpPr>
        <p:spPr>
          <a:xfrm>
            <a:off x="1106640" y="4557960"/>
            <a:ext cx="8327520" cy="469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body" idx="2"/>
          </p:nvPr>
        </p:nvSpPr>
        <p:spPr>
          <a:xfrm>
            <a:off x="1106640" y="5043600"/>
            <a:ext cx="8327520" cy="469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5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5"/>
          <p:cNvSpPr txBox="1">
            <a:spLocks noGrp="1"/>
          </p:cNvSpPr>
          <p:nvPr>
            <p:ph type="body" idx="1"/>
          </p:nvPr>
        </p:nvSpPr>
        <p:spPr>
          <a:xfrm>
            <a:off x="874800" y="2103120"/>
            <a:ext cx="10224720" cy="366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5" name="Google Shape;65;p5"/>
          <p:cNvSpPr txBox="1">
            <a:spLocks noGrp="1"/>
          </p:cNvSpPr>
          <p:nvPr>
            <p:ph type="title"/>
          </p:nvPr>
        </p:nvSpPr>
        <p:spPr>
          <a:xfrm>
            <a:off x="874800" y="1515240"/>
            <a:ext cx="8327160" cy="58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9414000" y="6216840"/>
            <a:ext cx="2249280" cy="338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600" b="0" i="0" u="none" strike="noStrik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cy.linkedin.com/in/sofia-n-andreou-a3907340" TargetMode="Externa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"/>
          <p:cNvSpPr txBox="1"/>
          <p:nvPr/>
        </p:nvSpPr>
        <p:spPr>
          <a:xfrm>
            <a:off x="1107360" y="3961440"/>
            <a:ext cx="8327160" cy="58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-PL" sz="3500" b="1" i="0" u="none" strike="noStrike" cap="none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COST Fin AI Country Update: </a:t>
            </a:r>
            <a:r>
              <a:rPr lang="pl-PL" sz="3500" b="1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Greece</a:t>
            </a:r>
            <a:endParaRPr sz="350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0" name="Google Shape;120;p1"/>
          <p:cNvSpPr txBox="1"/>
          <p:nvPr/>
        </p:nvSpPr>
        <p:spPr>
          <a:xfrm>
            <a:off x="1175700" y="4589675"/>
            <a:ext cx="8327400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600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Dr. </a:t>
            </a:r>
            <a:r>
              <a:rPr lang="pl-PL" sz="1600" i="0" u="none" strike="noStrike" cap="none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Veni Arakelian</a:t>
            </a:r>
            <a:endParaRPr sz="1600">
              <a:solidFill>
                <a:srgbClr val="73737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1" name="Google Shape;121;p1"/>
          <p:cNvSpPr txBox="1"/>
          <p:nvPr/>
        </p:nvSpPr>
        <p:spPr>
          <a:xfrm>
            <a:off x="9503100" y="5906475"/>
            <a:ext cx="2062200" cy="5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-PL">
                <a:solidFill>
                  <a:srgbClr val="B7B7B7"/>
                </a:solidFill>
                <a:latin typeface="Trebuchet MS"/>
                <a:ea typeface="Trebuchet MS"/>
                <a:cs typeface="Trebuchet MS"/>
                <a:sym typeface="Trebuchet MS"/>
              </a:rPr>
              <a:t>Athens, October 2021</a:t>
            </a:r>
            <a:endParaRPr>
              <a:solidFill>
                <a:srgbClr val="B7B7B7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/>
          <p:cNvSpPr txBox="1"/>
          <p:nvPr/>
        </p:nvSpPr>
        <p:spPr>
          <a:xfrm>
            <a:off x="844800" y="2003925"/>
            <a:ext cx="10660800" cy="39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553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3778"/>
              </a:buClr>
              <a:buSzPts val="2000"/>
              <a:buFont typeface="Trebuchet MS"/>
              <a:buChar char="▪"/>
            </a:pPr>
            <a:r>
              <a:rPr lang="pl-PL" sz="2000" dirty="0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Dr. </a:t>
            </a:r>
            <a:r>
              <a:rPr lang="pl-PL" sz="2000" b="1" i="0" u="none" strike="noStrike" cap="none" dirty="0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Veni Arakelian</a:t>
            </a:r>
            <a:r>
              <a:rPr lang="pl-PL" sz="2000" i="0" u="none" strike="noStrike" cap="none" dirty="0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, MC1, Piraeus Bank, Greece</a:t>
            </a:r>
            <a:endParaRPr sz="2000" i="0" u="none" strike="noStrike" cap="none" dirty="0">
              <a:solidFill>
                <a:srgbClr val="73737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solidFill>
                <a:srgbClr val="73737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553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3778"/>
              </a:buClr>
              <a:buSzPts val="2000"/>
              <a:buFont typeface="Trebuchet MS"/>
              <a:buChar char="▪"/>
            </a:pPr>
            <a:r>
              <a:rPr lang="pl-PL" sz="2000" i="0" u="none" strike="noStrike" cap="none" dirty="0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Prof. </a:t>
            </a:r>
            <a:r>
              <a:rPr lang="pl-PL" sz="2000" b="1" i="0" u="none" strike="noStrike" cap="none" dirty="0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Mike Tsionas</a:t>
            </a:r>
            <a:r>
              <a:rPr lang="pl-PL" sz="2000" i="0" u="none" strike="noStrike" cap="none" dirty="0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, MC2, Lancaster University </a:t>
            </a:r>
            <a:endParaRPr sz="2000" i="0" u="none" strike="noStrike" cap="none" dirty="0">
              <a:solidFill>
                <a:srgbClr val="73737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73737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400" b="1" dirty="0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MC Substitute Members</a:t>
            </a:r>
            <a:endParaRPr sz="1600" dirty="0">
              <a:solidFill>
                <a:srgbClr val="73737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solidFill>
                <a:srgbClr val="73737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553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3778"/>
              </a:buClr>
              <a:buSzPts val="2000"/>
              <a:buFont typeface="Trebuchet MS"/>
              <a:buChar char="▪"/>
            </a:pPr>
            <a:r>
              <a:rPr lang="pl-PL" sz="2000" i="0" u="none" strike="noStrike" cap="none" dirty="0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Prof. </a:t>
            </a:r>
            <a:r>
              <a:rPr lang="pl-PL" sz="2000" b="1" i="0" u="none" strike="noStrike" cap="none" dirty="0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Thomas K. Dasaklis</a:t>
            </a:r>
            <a:r>
              <a:rPr lang="pl-PL" sz="2000" i="0" u="none" strike="noStrike" cap="none" dirty="0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, Hellenic Open University &amp; University of Piraeus </a:t>
            </a:r>
            <a:endParaRPr sz="2000" i="0" u="none" strike="noStrike" cap="none" dirty="0">
              <a:solidFill>
                <a:srgbClr val="73737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solidFill>
                <a:srgbClr val="73737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553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3778"/>
              </a:buClr>
              <a:buSzPts val="2000"/>
              <a:buFont typeface="Trebuchet MS"/>
              <a:buChar char="▪"/>
            </a:pPr>
            <a:r>
              <a:rPr lang="pl-PL" sz="2000" dirty="0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Prof. </a:t>
            </a:r>
            <a:r>
              <a:rPr lang="pl-PL" sz="2000" b="1" dirty="0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Viki Skintzi</a:t>
            </a:r>
            <a:r>
              <a:rPr lang="pl-PL" sz="2000" dirty="0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, AUEB</a:t>
            </a:r>
            <a:endParaRPr sz="2000" dirty="0">
              <a:solidFill>
                <a:srgbClr val="73737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solidFill>
                <a:srgbClr val="73737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553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3778"/>
              </a:buClr>
              <a:buSzPts val="2000"/>
              <a:buFont typeface="Trebuchet MS"/>
              <a:buChar char="▪"/>
            </a:pPr>
            <a:r>
              <a:rPr lang="pl-PL" sz="2000" b="1" i="0" u="none" strike="noStrike" cap="none" dirty="0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Apostolos </a:t>
            </a:r>
            <a:r>
              <a:rPr lang="pl-PL" sz="2000" b="1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Chalkis</a:t>
            </a:r>
            <a:r>
              <a:rPr lang="pl-PL" sz="2000" i="0" u="none" strike="noStrike" cap="none" dirty="0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, </a:t>
            </a:r>
            <a:r>
              <a:rPr lang="en-US" sz="2000" i="0" u="none" strike="noStrike" cap="none" dirty="0" err="1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Quantagonia</a:t>
            </a:r>
            <a:r>
              <a:rPr lang="pl-PL" sz="2000" i="0" u="none" strike="noStrike" cap="none" dirty="0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, ATHENA Research Center, </a:t>
            </a:r>
            <a:r>
              <a:rPr lang="en-US" sz="2000" i="0" u="none" strike="noStrike" cap="none" dirty="0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and GeomScale</a:t>
            </a:r>
            <a:r>
              <a:rPr lang="en-US" sz="2000" dirty="0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r>
              <a:rPr lang="en-US" sz="2000" i="0" u="none" strike="noStrike" cap="none" dirty="0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org</a:t>
            </a:r>
            <a:endParaRPr sz="2000" i="0" u="none" strike="noStrike" cap="none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8" name="Google Shape;128;p2"/>
          <p:cNvSpPr txBox="1"/>
          <p:nvPr/>
        </p:nvSpPr>
        <p:spPr>
          <a:xfrm>
            <a:off x="1219085" y="1416525"/>
            <a:ext cx="83271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i="0" u="none" strike="noStrike" cap="none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MC Members </a:t>
            </a:r>
            <a:r>
              <a:rPr lang="pl-PL" sz="2800" b="1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Greece</a:t>
            </a:r>
            <a:r>
              <a:rPr lang="pl-PL" sz="2800" b="1" i="0" u="none" strike="noStrike" cap="none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sz="280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f67caf98e7_0_4"/>
          <p:cNvSpPr txBox="1"/>
          <p:nvPr/>
        </p:nvSpPr>
        <p:spPr>
          <a:xfrm>
            <a:off x="885250" y="1855925"/>
            <a:ext cx="10502400" cy="42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553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3778"/>
              </a:buClr>
              <a:buSzPts val="2000"/>
              <a:buFont typeface="Trebuchet MS"/>
              <a:buChar char="▪"/>
            </a:pPr>
            <a:r>
              <a:rPr lang="pl-PL" sz="2000" i="0" u="none" strike="noStrike" cap="none" dirty="0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Prof. Ioannis Z. Emiris, ATHENA Research Center, and University of Athens, </a:t>
            </a:r>
            <a:r>
              <a:rPr lang="pl-PL" sz="2000" dirty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Greece</a:t>
            </a:r>
            <a:endParaRPr sz="2000" i="0" u="none" strike="noStrike" cap="none" dirty="0">
              <a:solidFill>
                <a:srgbClr val="73737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553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3778"/>
              </a:buClr>
              <a:buSzPts val="2000"/>
              <a:buFont typeface="Trebuchet MS"/>
              <a:buChar char="▪"/>
            </a:pPr>
            <a:r>
              <a:rPr lang="pl-PL" sz="2000" i="0" u="none" strike="noStrike" cap="none" dirty="0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Eleni Anastasopoulou, Piraeus Bank, Greece</a:t>
            </a:r>
            <a:endParaRPr sz="2000" i="0" u="none" strike="noStrike" cap="none" dirty="0">
              <a:solidFill>
                <a:srgbClr val="73737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553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3778"/>
              </a:buClr>
              <a:buSzPts val="2000"/>
              <a:buFont typeface="Trebuchet MS"/>
              <a:buChar char="▪"/>
            </a:pPr>
            <a:r>
              <a:rPr lang="pl-PL" sz="2000" i="0" u="none" strike="noStrike" cap="none" dirty="0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Paschalis Terzis, Piraeus Bank, Greece</a:t>
            </a:r>
            <a:endParaRPr lang="el-GR" sz="2000" i="0" u="none" strike="noStrike" cap="none" dirty="0">
              <a:solidFill>
                <a:srgbClr val="73737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indent="-355320">
              <a:lnSpc>
                <a:spcPct val="150000"/>
              </a:lnSpc>
              <a:buClr>
                <a:srgbClr val="2D3778"/>
              </a:buClr>
              <a:buSzPts val="2000"/>
              <a:buFont typeface="Trebuchet MS"/>
              <a:buChar char="▪"/>
            </a:pPr>
            <a:r>
              <a:rPr lang="pl-PL" sz="2000" dirty="0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Dr. Vissarion Fisikopoulos, Oracle</a:t>
            </a:r>
            <a:endParaRPr lang="el-GR" sz="2000" dirty="0">
              <a:solidFill>
                <a:srgbClr val="73737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indent="-355320">
              <a:lnSpc>
                <a:spcPct val="150000"/>
              </a:lnSpc>
              <a:buClr>
                <a:srgbClr val="2D3778"/>
              </a:buClr>
              <a:buSzPts val="2000"/>
              <a:buFont typeface="Trebuchet MS"/>
              <a:buChar char="▪"/>
            </a:pPr>
            <a:r>
              <a:rPr lang="pl-PL" sz="2000" dirty="0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Dr. Dimitris Mavridis, Consultant </a:t>
            </a:r>
            <a:endParaRPr lang="el-GR" sz="2000" dirty="0">
              <a:solidFill>
                <a:srgbClr val="73737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indent="-355320">
              <a:lnSpc>
                <a:spcPct val="150000"/>
              </a:lnSpc>
              <a:buClr>
                <a:srgbClr val="2D3778"/>
              </a:buClr>
              <a:buSzPts val="2000"/>
              <a:buFont typeface="Trebuchet MS"/>
              <a:buChar char="▪"/>
            </a:pPr>
            <a:r>
              <a:rPr lang="pl-PL" sz="2000" dirty="0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Dr. Elias Tsigaridas, INRIA &amp; Ecole Polytechnique</a:t>
            </a:r>
            <a:endParaRPr lang="el-GR" sz="2000" dirty="0">
              <a:solidFill>
                <a:srgbClr val="73737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indent="-355320">
              <a:lnSpc>
                <a:spcPct val="150000"/>
              </a:lnSpc>
              <a:buClr>
                <a:srgbClr val="2D3778"/>
              </a:buClr>
              <a:buSzPts val="2000"/>
              <a:buFont typeface="Trebuchet MS"/>
              <a:buChar char="▪"/>
            </a:pPr>
            <a:r>
              <a:rPr lang="en-US" sz="2000" dirty="0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Dr. </a:t>
            </a:r>
            <a:r>
              <a:rPr lang="pl-PL" sz="2000" dirty="0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Konstantinos Bisiotis, AUEB</a:t>
            </a:r>
          </a:p>
          <a:p>
            <a:pPr marL="457200" indent="-355320">
              <a:lnSpc>
                <a:spcPct val="150000"/>
              </a:lnSpc>
              <a:buClr>
                <a:srgbClr val="2D3778"/>
              </a:buClr>
              <a:buSzPts val="2000"/>
              <a:buFont typeface="Trebuchet MS"/>
              <a:buChar char="▪"/>
            </a:pPr>
            <a:endParaRPr lang="pl-PL" sz="2000" dirty="0">
              <a:solidFill>
                <a:srgbClr val="73737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indent="-355320">
              <a:lnSpc>
                <a:spcPct val="150000"/>
              </a:lnSpc>
              <a:buClr>
                <a:srgbClr val="2D3778"/>
              </a:buClr>
              <a:buSzPts val="2000"/>
              <a:buFont typeface="Trebuchet MS"/>
              <a:buChar char="▪"/>
            </a:pPr>
            <a:endParaRPr lang="pl-PL" sz="2000" dirty="0">
              <a:solidFill>
                <a:srgbClr val="73737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553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3778"/>
              </a:buClr>
              <a:buSzPts val="2000"/>
              <a:buFont typeface="Trebuchet MS"/>
              <a:buChar char="▪"/>
            </a:pPr>
            <a:endParaRPr sz="2000" i="0" u="none" strike="noStrike" cap="none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001"/>
              </a:spcBef>
              <a:spcAft>
                <a:spcPts val="0"/>
              </a:spcAft>
              <a:buNone/>
            </a:pPr>
            <a:endParaRPr sz="2000" i="0" u="none" strike="noStrike" cap="none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5" name="Google Shape;135;gf67caf98e7_0_4"/>
          <p:cNvSpPr txBox="1"/>
          <p:nvPr/>
        </p:nvSpPr>
        <p:spPr>
          <a:xfrm>
            <a:off x="1219085" y="1268525"/>
            <a:ext cx="83271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Other</a:t>
            </a:r>
            <a:r>
              <a:rPr lang="pl-PL" sz="2800" b="1" i="0" u="none" strike="noStrike" cap="none" dirty="0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 Members </a:t>
            </a:r>
            <a:endParaRPr sz="2800" i="0" u="none" strike="noStrike" cap="none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83D4BBF3-9295-0A29-79BB-8B3BA1ED55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6000" b="1" dirty="0">
                <a:solidFill>
                  <a:srgbClr val="737373"/>
                </a:solidFill>
                <a:latin typeface="Trebuchet MS"/>
                <a:ea typeface="Trebuchet MS"/>
                <a:cs typeface="Trebuchet MS"/>
              </a:rPr>
              <a:t>New Members</a:t>
            </a:r>
            <a:endParaRPr lang="el-GR" sz="6000" dirty="0"/>
          </a:p>
        </p:txBody>
      </p:sp>
    </p:spTree>
    <p:extLst>
      <p:ext uri="{BB962C8B-B14F-4D97-AF65-F5344CB8AC3E}">
        <p14:creationId xmlns:p14="http://schemas.microsoft.com/office/powerpoint/2010/main" val="256064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4800" y="1406383"/>
            <a:ext cx="9696066" cy="587520"/>
          </a:xfrm>
        </p:spPr>
        <p:txBody>
          <a:bodyPr/>
          <a:lstStyle/>
          <a:p>
            <a:r>
              <a:rPr lang="en-US" sz="2800" b="1" dirty="0">
                <a:solidFill>
                  <a:srgbClr val="737373"/>
                </a:solidFill>
                <a:latin typeface="Trebuchet MS"/>
                <a:ea typeface="Trebuchet MS"/>
                <a:cs typeface="Trebuchet MS"/>
              </a:rPr>
              <a:t>Dr. Dimitris </a:t>
            </a:r>
            <a:r>
              <a:rPr lang="en-US" sz="2800" b="1" dirty="0" err="1">
                <a:solidFill>
                  <a:srgbClr val="737373"/>
                </a:solidFill>
                <a:latin typeface="Trebuchet MS"/>
                <a:ea typeface="Trebuchet MS"/>
                <a:cs typeface="Trebuchet MS"/>
              </a:rPr>
              <a:t>Anastasiou</a:t>
            </a:r>
            <a:r>
              <a:rPr lang="en-US" sz="2800" b="1" dirty="0">
                <a:solidFill>
                  <a:srgbClr val="737373"/>
                </a:solidFill>
                <a:latin typeface="Trebuchet MS"/>
                <a:ea typeface="Trebuchet MS"/>
                <a:cs typeface="Trebuchet MS"/>
              </a:rPr>
              <a:t>, Alpha Bank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56000" y="2103120"/>
            <a:ext cx="8280400" cy="3665520"/>
          </a:xfrm>
        </p:spPr>
        <p:txBody>
          <a:bodyPr/>
          <a:lstStyle/>
          <a:p>
            <a:pPr indent="-457200" algn="just" fontAlgn="base">
              <a:lnSpc>
                <a:spcPct val="150000"/>
              </a:lnSpc>
            </a:pPr>
            <a:r>
              <a:rPr lang="en-US" sz="1600" dirty="0">
                <a:solidFill>
                  <a:srgbClr val="737373"/>
                </a:solidFill>
                <a:latin typeface="Trebuchet MS"/>
              </a:rPr>
              <a:t>Dimitris is a Senior Economist at Alpha Bank and as an Adjunct Lecturer in Banking and </a:t>
            </a:r>
          </a:p>
          <a:p>
            <a:pPr marL="228600" algn="just" fontAlgn="base">
              <a:lnSpc>
                <a:spcPct val="150000"/>
              </a:lnSpc>
            </a:pPr>
            <a:r>
              <a:rPr lang="en-US" sz="1600" dirty="0">
                <a:solidFill>
                  <a:srgbClr val="737373"/>
                </a:solidFill>
                <a:latin typeface="Trebuchet MS"/>
              </a:rPr>
              <a:t>Finance at the Athens University of Economics and Business.</a:t>
            </a:r>
          </a:p>
          <a:p>
            <a:pPr marL="228600" algn="just" fontAlgn="base">
              <a:lnSpc>
                <a:spcPct val="150000"/>
              </a:lnSpc>
            </a:pPr>
            <a:r>
              <a:rPr lang="en-US" sz="1600" dirty="0">
                <a:solidFill>
                  <a:srgbClr val="737373"/>
                </a:solidFill>
                <a:latin typeface="Trebuchet MS"/>
              </a:rPr>
              <a:t> </a:t>
            </a:r>
          </a:p>
          <a:p>
            <a:pPr marL="228600" algn="just" fontAlgn="base">
              <a:lnSpc>
                <a:spcPct val="150000"/>
              </a:lnSpc>
            </a:pPr>
            <a:r>
              <a:rPr lang="en-US" sz="1600" dirty="0">
                <a:solidFill>
                  <a:srgbClr val="737373"/>
                </a:solidFill>
                <a:latin typeface="Trebuchet MS"/>
              </a:rPr>
              <a:t>His main research interests lie around Empirical Banking, Financial Institutions,</a:t>
            </a:r>
          </a:p>
          <a:p>
            <a:pPr marL="228600" algn="just" fontAlgn="base">
              <a:lnSpc>
                <a:spcPct val="150000"/>
              </a:lnSpc>
            </a:pPr>
            <a:r>
              <a:rPr lang="en-US" sz="1600" dirty="0">
                <a:solidFill>
                  <a:srgbClr val="737373"/>
                </a:solidFill>
                <a:latin typeface="Trebuchet MS"/>
              </a:rPr>
              <a:t>Behavioral Finance, and SME Finance. He has published extensively in international</a:t>
            </a:r>
          </a:p>
          <a:p>
            <a:pPr marL="228600" algn="just" fontAlgn="base">
              <a:lnSpc>
                <a:spcPct val="150000"/>
              </a:lnSpc>
            </a:pPr>
            <a:r>
              <a:rPr lang="en-US" sz="1600" dirty="0">
                <a:solidFill>
                  <a:srgbClr val="737373"/>
                </a:solidFill>
                <a:latin typeface="Trebuchet MS"/>
              </a:rPr>
              <a:t>academic journals such as the Journal of Business Research, Journal of Economic</a:t>
            </a:r>
          </a:p>
          <a:p>
            <a:pPr marL="228600" algn="just" fontAlgn="base">
              <a:lnSpc>
                <a:spcPct val="150000"/>
              </a:lnSpc>
            </a:pPr>
            <a:r>
              <a:rPr lang="en-US" sz="1600" dirty="0">
                <a:solidFill>
                  <a:srgbClr val="737373"/>
                </a:solidFill>
                <a:latin typeface="Trebuchet MS"/>
              </a:rPr>
              <a:t>Behavior and Organization, International Journal of Finance and Economics, and</a:t>
            </a:r>
          </a:p>
          <a:p>
            <a:pPr marL="228600" algn="just" fontAlgn="base">
              <a:lnSpc>
                <a:spcPct val="150000"/>
              </a:lnSpc>
            </a:pPr>
            <a:r>
              <a:rPr lang="en-US" sz="1600" dirty="0">
                <a:solidFill>
                  <a:srgbClr val="737373"/>
                </a:solidFill>
                <a:latin typeface="Trebuchet MS"/>
              </a:rPr>
              <a:t>Finance Research Letters.</a:t>
            </a:r>
          </a:p>
          <a:p>
            <a:endParaRPr lang="en-US" sz="16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AE034C3-BFAC-9563-6A2D-82F406FE55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360" y="1887856"/>
            <a:ext cx="2626888" cy="4384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331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4800" y="1406383"/>
            <a:ext cx="9696066" cy="587520"/>
          </a:xfrm>
        </p:spPr>
        <p:txBody>
          <a:bodyPr/>
          <a:lstStyle/>
          <a:p>
            <a:r>
              <a:rPr lang="en-US" sz="2800" b="1" dirty="0">
                <a:solidFill>
                  <a:srgbClr val="737373"/>
                </a:solidFill>
                <a:latin typeface="Trebuchet MS"/>
                <a:ea typeface="Trebuchet MS"/>
                <a:cs typeface="Trebuchet MS"/>
              </a:rPr>
              <a:t>Dr. Theodoros </a:t>
            </a:r>
            <a:r>
              <a:rPr lang="en-US" sz="2800" b="1" dirty="0" err="1">
                <a:solidFill>
                  <a:srgbClr val="737373"/>
                </a:solidFill>
                <a:latin typeface="Trebuchet MS"/>
                <a:ea typeface="Trebuchet MS"/>
                <a:cs typeface="Trebuchet MS"/>
              </a:rPr>
              <a:t>Stamatiou</a:t>
            </a:r>
            <a:r>
              <a:rPr lang="en-US" sz="2800" b="1" dirty="0">
                <a:solidFill>
                  <a:srgbClr val="737373"/>
                </a:solidFill>
                <a:latin typeface="Trebuchet MS"/>
                <a:ea typeface="Trebuchet MS"/>
                <a:cs typeface="Trebuchet MS"/>
              </a:rPr>
              <a:t>, Eurobank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56000" y="2103120"/>
            <a:ext cx="8280400" cy="3051684"/>
          </a:xfrm>
        </p:spPr>
        <p:txBody>
          <a:bodyPr/>
          <a:lstStyle/>
          <a:p>
            <a:pPr marL="0" indent="0" algn="just" fontAlgn="base">
              <a:lnSpc>
                <a:spcPct val="150000"/>
              </a:lnSpc>
            </a:pPr>
            <a:r>
              <a:rPr lang="en-US" sz="1600" dirty="0">
                <a:solidFill>
                  <a:srgbClr val="737373"/>
                </a:solidFill>
                <a:latin typeface="Trebuchet MS"/>
              </a:rPr>
              <a:t>Theodoros is a Senior Economist in the Economic Analysis &amp; Financial Markets Research Division at Eurobank SA, where he also serves as a Voting Member for the Euro Working Group on Euro Risk-Free Rates and a Member of the Benchmarks Task Force for the European Banking Federation. University of Economics and Business.</a:t>
            </a:r>
          </a:p>
          <a:p>
            <a:pPr marL="228600" algn="just" fontAlgn="base">
              <a:lnSpc>
                <a:spcPct val="150000"/>
              </a:lnSpc>
            </a:pPr>
            <a:r>
              <a:rPr lang="en-US" sz="1600" dirty="0">
                <a:solidFill>
                  <a:srgbClr val="737373"/>
                </a:solidFill>
                <a:latin typeface="Trebuchet MS"/>
              </a:rPr>
              <a:t> </a:t>
            </a:r>
          </a:p>
          <a:p>
            <a:pPr marL="0" indent="0" algn="l">
              <a:lnSpc>
                <a:spcPct val="150000"/>
              </a:lnSpc>
            </a:pPr>
            <a:r>
              <a:rPr lang="en-US" sz="1600" dirty="0">
                <a:solidFill>
                  <a:srgbClr val="737373"/>
                </a:solidFill>
                <a:latin typeface="Trebuchet MS"/>
              </a:rPr>
              <a:t>His main research interests lie around liquidity, Financial Markets, Financial Risk Management, Asset Pricing and Financial Economics</a:t>
            </a:r>
          </a:p>
          <a:p>
            <a:endParaRPr lang="en-US" sz="1600" dirty="0"/>
          </a:p>
        </p:txBody>
      </p:sp>
      <p:pic>
        <p:nvPicPr>
          <p:cNvPr id="2050" name="Picture 2" descr="SAIM | FEMO Lab">
            <a:extLst>
              <a:ext uri="{FF2B5EF4-FFF2-40B4-BE49-F238E27FC236}">
                <a16:creationId xmlns:a16="http://schemas.microsoft.com/office/drawing/2014/main" id="{A2524986-16BC-2DD9-7DD5-683F93A5EE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130" y="2281814"/>
            <a:ext cx="2505938" cy="249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7384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4800" y="1406383"/>
            <a:ext cx="9696066" cy="587520"/>
          </a:xfrm>
        </p:spPr>
        <p:txBody>
          <a:bodyPr/>
          <a:lstStyle/>
          <a:p>
            <a:r>
              <a:rPr lang="en-US" sz="2800" b="1" dirty="0">
                <a:solidFill>
                  <a:srgbClr val="737373"/>
                </a:solidFill>
                <a:latin typeface="Trebuchet MS"/>
                <a:ea typeface="Trebuchet MS"/>
                <a:cs typeface="Trebuchet MS"/>
              </a:rPr>
              <a:t>Dr. Stylianos </a:t>
            </a:r>
            <a:r>
              <a:rPr lang="en-US" sz="2800" b="1" dirty="0" err="1">
                <a:solidFill>
                  <a:srgbClr val="737373"/>
                </a:solidFill>
                <a:latin typeface="Trebuchet MS"/>
                <a:ea typeface="Trebuchet MS"/>
                <a:cs typeface="Trebuchet MS"/>
              </a:rPr>
              <a:t>Gogos</a:t>
            </a:r>
            <a:r>
              <a:rPr lang="en-US" sz="2800" b="1" dirty="0">
                <a:solidFill>
                  <a:srgbClr val="737373"/>
                </a:solidFill>
                <a:latin typeface="Trebuchet MS"/>
                <a:ea typeface="Trebuchet MS"/>
                <a:cs typeface="Trebuchet MS"/>
              </a:rPr>
              <a:t>, Eurobank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56000" y="2103120"/>
            <a:ext cx="8280400" cy="2900959"/>
          </a:xfrm>
        </p:spPr>
        <p:txBody>
          <a:bodyPr/>
          <a:lstStyle/>
          <a:p>
            <a:pPr marL="0" indent="0" algn="just" fontAlgn="base">
              <a:lnSpc>
                <a:spcPct val="150000"/>
              </a:lnSpc>
            </a:pPr>
            <a:r>
              <a:rPr lang="en-US" sz="1600" dirty="0">
                <a:solidFill>
                  <a:srgbClr val="737373"/>
                </a:solidFill>
                <a:latin typeface="Trebuchet MS"/>
              </a:rPr>
              <a:t>Stylianos is a Research Economist in the Economic Analysis &amp; Financial Markets Research Division at Eurobank SA.</a:t>
            </a:r>
          </a:p>
          <a:p>
            <a:pPr marL="0" indent="0" algn="just" fontAlgn="base">
              <a:lnSpc>
                <a:spcPct val="150000"/>
              </a:lnSpc>
            </a:pPr>
            <a:r>
              <a:rPr lang="en-US" sz="1600" dirty="0">
                <a:solidFill>
                  <a:srgbClr val="737373"/>
                </a:solidFill>
                <a:latin typeface="Trebuchet MS"/>
              </a:rPr>
              <a:t>  </a:t>
            </a:r>
          </a:p>
          <a:p>
            <a:pPr marL="0" indent="0" algn="just" fontAlgn="base">
              <a:lnSpc>
                <a:spcPct val="150000"/>
              </a:lnSpc>
            </a:pPr>
            <a:r>
              <a:rPr lang="en-US" sz="1600" dirty="0">
                <a:solidFill>
                  <a:srgbClr val="737373"/>
                </a:solidFill>
                <a:latin typeface="Trebuchet MS"/>
              </a:rPr>
              <a:t>Before joining Eurobank he worked as a teaching assistant at the Department of Economics of AUEB and as a lecturer at Mediterranean college (Athens, Greece). He holds a </a:t>
            </a:r>
            <a:r>
              <a:rPr lang="en-US" sz="1600" dirty="0" err="1">
                <a:solidFill>
                  <a:srgbClr val="737373"/>
                </a:solidFill>
                <a:latin typeface="Trebuchet MS"/>
              </a:rPr>
              <a:t>Bsc</a:t>
            </a:r>
            <a:r>
              <a:rPr lang="en-US" sz="1600" dirty="0">
                <a:solidFill>
                  <a:srgbClr val="737373"/>
                </a:solidFill>
                <a:latin typeface="Trebuchet MS"/>
              </a:rPr>
              <a:t>, </a:t>
            </a:r>
            <a:r>
              <a:rPr lang="en-US" sz="1600" dirty="0" err="1">
                <a:solidFill>
                  <a:srgbClr val="737373"/>
                </a:solidFill>
                <a:latin typeface="Trebuchet MS"/>
              </a:rPr>
              <a:t>Msc</a:t>
            </a:r>
            <a:r>
              <a:rPr lang="en-US" sz="1600" dirty="0">
                <a:solidFill>
                  <a:srgbClr val="737373"/>
                </a:solidFill>
                <a:latin typeface="Trebuchet MS"/>
              </a:rPr>
              <a:t>, and a PhD in economics from the Department of Economics of AUEB. His research interests focus on quantitative macroeconomics, business cycles and growth.</a:t>
            </a:r>
          </a:p>
        </p:txBody>
      </p:sp>
      <p:pic>
        <p:nvPicPr>
          <p:cNvPr id="3074" name="Picture 2" descr="Stylianos G. Gogos - Research Economist - Eurobank | LinkedIn">
            <a:extLst>
              <a:ext uri="{FF2B5EF4-FFF2-40B4-BE49-F238E27FC236}">
                <a16:creationId xmlns:a16="http://schemas.microsoft.com/office/drawing/2014/main" id="{DFC593C6-64A6-DDEC-9F6F-CDA8BBACFB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798" y="2360293"/>
            <a:ext cx="2493645" cy="2493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8900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25ACAA75-E472-3360-3524-67634678D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737373"/>
                </a:solidFill>
                <a:latin typeface="Trebuchet MS"/>
              </a:rPr>
              <a:t>Dissemination of the Action </a:t>
            </a:r>
            <a:endParaRPr lang="el-GR" sz="2800" b="1" dirty="0">
              <a:solidFill>
                <a:srgbClr val="737373"/>
              </a:solidFill>
              <a:latin typeface="Trebuchet MS"/>
            </a:endParaRP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239BDC77-981A-05A6-E696-15A40522E2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4800" y="2103120"/>
            <a:ext cx="10224720" cy="4247438"/>
          </a:xfrm>
        </p:spPr>
        <p:txBody>
          <a:bodyPr/>
          <a:lstStyle/>
          <a:p>
            <a:pPr marL="180975" indent="47625">
              <a:lnSpc>
                <a:spcPct val="150000"/>
              </a:lnSpc>
            </a:pPr>
            <a:endParaRPr lang="en-US" sz="1600" dirty="0">
              <a:solidFill>
                <a:srgbClr val="737373"/>
              </a:solidFill>
              <a:latin typeface="Trebuchet MS"/>
            </a:endParaRPr>
          </a:p>
          <a:p>
            <a:pPr marL="180975" indent="47625">
              <a:lnSpc>
                <a:spcPct val="150000"/>
              </a:lnSpc>
            </a:pPr>
            <a:endParaRPr lang="en-US" sz="1600" dirty="0">
              <a:solidFill>
                <a:srgbClr val="737373"/>
              </a:solidFill>
              <a:latin typeface="Trebuchet MS"/>
            </a:endParaRPr>
          </a:p>
          <a:p>
            <a:pPr marL="180975" indent="47625">
              <a:lnSpc>
                <a:spcPct val="150000"/>
              </a:lnSpc>
            </a:pPr>
            <a:r>
              <a:rPr lang="en-US" sz="1600" b="1" dirty="0">
                <a:solidFill>
                  <a:srgbClr val="737373"/>
                </a:solidFill>
                <a:latin typeface="Trebuchet MS"/>
              </a:rPr>
              <a:t>Invited talks </a:t>
            </a:r>
            <a:r>
              <a:rPr lang="en-US" sz="1600" dirty="0">
                <a:solidFill>
                  <a:srgbClr val="737373"/>
                </a:solidFill>
                <a:latin typeface="Trebuchet MS"/>
              </a:rPr>
              <a:t>at University of East Anglia, Armenia State University of Economics, Cyprus University of Technology</a:t>
            </a:r>
          </a:p>
          <a:p>
            <a:pPr marL="180975" indent="0">
              <a:lnSpc>
                <a:spcPct val="150000"/>
              </a:lnSpc>
            </a:pPr>
            <a:endParaRPr lang="en-US" sz="1400" dirty="0">
              <a:solidFill>
                <a:srgbClr val="737373"/>
              </a:solidFill>
              <a:latin typeface="Trebuchet MS"/>
            </a:endParaRPr>
          </a:p>
          <a:p>
            <a:r>
              <a:rPr lang="en-US" sz="1600" b="1" dirty="0">
                <a:solidFill>
                  <a:srgbClr val="737373"/>
                </a:solidFill>
                <a:latin typeface="Trebuchet MS"/>
              </a:rPr>
              <a:t>New publications </a:t>
            </a:r>
            <a:endParaRPr lang="en-US" sz="1600" b="1" dirty="0">
              <a:solidFill>
                <a:srgbClr val="777777"/>
              </a:solidFill>
              <a:latin typeface="Arial" panose="020B0604020202020204" pitchFamily="34" charset="0"/>
            </a:endParaRPr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737373"/>
                </a:solidFill>
                <a:latin typeface="Trebuchet MS"/>
              </a:rPr>
              <a:t>Arakelian V., Central bank digital currency challenges: The case of Greece, Journal of Payments Strategy &amp;   Systems 17 (1), 36-45</a:t>
            </a:r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737373"/>
                </a:solidFill>
                <a:latin typeface="Trebuchet MS"/>
              </a:rPr>
              <a:t>Malamas</a:t>
            </a:r>
            <a:r>
              <a:rPr lang="en-US" sz="1600" dirty="0">
                <a:solidFill>
                  <a:srgbClr val="737373"/>
                </a:solidFill>
                <a:latin typeface="Trebuchet MS"/>
              </a:rPr>
              <a:t> V., T. </a:t>
            </a:r>
            <a:r>
              <a:rPr lang="en-US" sz="1600" dirty="0" err="1">
                <a:solidFill>
                  <a:srgbClr val="737373"/>
                </a:solidFill>
                <a:latin typeface="Trebuchet MS"/>
              </a:rPr>
              <a:t>Dasaklis</a:t>
            </a:r>
            <a:r>
              <a:rPr lang="en-US" sz="1600" dirty="0">
                <a:solidFill>
                  <a:srgbClr val="737373"/>
                </a:solidFill>
                <a:latin typeface="Trebuchet MS"/>
              </a:rPr>
              <a:t>, V. Arakelian, G. </a:t>
            </a:r>
            <a:r>
              <a:rPr lang="en-US" sz="1600" dirty="0" err="1">
                <a:solidFill>
                  <a:srgbClr val="737373"/>
                </a:solidFill>
                <a:latin typeface="Trebuchet MS"/>
              </a:rPr>
              <a:t>Chondrokoukis</a:t>
            </a:r>
            <a:r>
              <a:rPr lang="en-US" sz="1600" dirty="0">
                <a:solidFill>
                  <a:srgbClr val="737373"/>
                </a:solidFill>
                <a:latin typeface="Trebuchet MS"/>
              </a:rPr>
              <a:t>, A Blockchain Framework for Increased Trust in Green Bonds Issuance, Journal of Sustainable Finance &amp; Investment, </a:t>
            </a:r>
            <a:r>
              <a:rPr lang="en-US" sz="1600" i="1" dirty="0">
                <a:solidFill>
                  <a:srgbClr val="737373"/>
                </a:solidFill>
                <a:latin typeface="Trebuchet MS"/>
              </a:rPr>
              <a:t>forthcoming</a:t>
            </a:r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i="1" dirty="0">
              <a:solidFill>
                <a:srgbClr val="737373"/>
              </a:solidFill>
              <a:latin typeface="Trebuchet MS"/>
            </a:endParaRPr>
          </a:p>
          <a:p>
            <a:pPr marL="228600" indent="0">
              <a:lnSpc>
                <a:spcPct val="150000"/>
              </a:lnSpc>
            </a:pPr>
            <a:r>
              <a:rPr lang="en-US" sz="1600" b="1" dirty="0">
                <a:solidFill>
                  <a:srgbClr val="737373"/>
                </a:solidFill>
                <a:latin typeface="Trebuchet MS"/>
              </a:rPr>
              <a:t>Press</a:t>
            </a:r>
          </a:p>
          <a:p>
            <a:pPr marL="228600" indent="0">
              <a:lnSpc>
                <a:spcPct val="150000"/>
              </a:lnSpc>
            </a:pPr>
            <a:r>
              <a:rPr lang="en-US" sz="1600" dirty="0">
                <a:solidFill>
                  <a:srgbClr val="737373"/>
                </a:solidFill>
                <a:latin typeface="Trebuchet MS"/>
              </a:rPr>
              <a:t>Veni Arakelian &amp; Andrea Calef, Banking system interconnectedness, Intelligence Risk, August 2023 </a:t>
            </a:r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737373"/>
              </a:solidFill>
              <a:latin typeface="Trebuchet MS"/>
            </a:endParaRPr>
          </a:p>
          <a:p>
            <a:pPr marL="180975" indent="0">
              <a:lnSpc>
                <a:spcPct val="150000"/>
              </a:lnSpc>
            </a:pPr>
            <a:endParaRPr lang="en-US" sz="1600" dirty="0">
              <a:solidFill>
                <a:srgbClr val="737373"/>
              </a:solidFill>
              <a:latin typeface="Trebuchet MS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37373"/>
                </a:solidFill>
                <a:latin typeface="Trebuchet MS"/>
              </a:rPr>
              <a:t> </a:t>
            </a:r>
          </a:p>
          <a:p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708875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f67caf98e7_0_243"/>
          <p:cNvSpPr txBox="1"/>
          <p:nvPr/>
        </p:nvSpPr>
        <p:spPr>
          <a:xfrm>
            <a:off x="885250" y="1707225"/>
            <a:ext cx="10502400" cy="43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1001"/>
              </a:spcBef>
              <a:spcAft>
                <a:spcPts val="0"/>
              </a:spcAft>
              <a:buNone/>
            </a:pPr>
            <a:endParaRPr sz="2000" i="0" u="none" strike="noStrike" cap="none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5532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D3778"/>
              </a:buClr>
              <a:buSzPts val="2000"/>
              <a:buFont typeface="Trebuchet MS"/>
              <a:buChar char="▪"/>
            </a:pPr>
            <a:r>
              <a:rPr lang="pl-PL" sz="2000" dirty="0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Organize e-seminars and workshops</a:t>
            </a:r>
            <a:endParaRPr sz="2000" i="0" u="none" strike="noStrike" cap="none" dirty="0">
              <a:solidFill>
                <a:srgbClr val="73737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5532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D3778"/>
              </a:buClr>
              <a:buSzPts val="2000"/>
              <a:buFont typeface="Trebuchet MS"/>
              <a:buChar char="▪"/>
            </a:pPr>
            <a:r>
              <a:rPr lang="pl-PL" sz="2000" dirty="0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Collaboration with other research communities</a:t>
            </a:r>
            <a:endParaRPr sz="2000" dirty="0">
              <a:solidFill>
                <a:srgbClr val="73737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1001"/>
              </a:spcBef>
              <a:spcAft>
                <a:spcPts val="0"/>
              </a:spcAft>
              <a:buNone/>
            </a:pPr>
            <a:endParaRPr sz="2000" i="0" u="none" strike="noStrike" cap="none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1" name="Google Shape;181;gf67caf98e7_0_243"/>
          <p:cNvSpPr txBox="1"/>
          <p:nvPr/>
        </p:nvSpPr>
        <p:spPr>
          <a:xfrm>
            <a:off x="1219085" y="1268525"/>
            <a:ext cx="83271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l-PL" sz="2800" b="1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Planned Actions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737373"/>
      </a:dk2>
      <a:lt2>
        <a:srgbClr val="D2D2CD"/>
      </a:lt2>
      <a:accent1>
        <a:srgbClr val="961E64"/>
      </a:accent1>
      <a:accent2>
        <a:srgbClr val="6E82BE"/>
      </a:accent2>
      <a:accent3>
        <a:srgbClr val="692364"/>
      </a:accent3>
      <a:accent4>
        <a:srgbClr val="2D3778"/>
      </a:accent4>
      <a:accent5>
        <a:srgbClr val="E1783C"/>
      </a:accent5>
      <a:accent6>
        <a:srgbClr val="00AB9D"/>
      </a:accent6>
      <a:hlink>
        <a:srgbClr val="D7D2C3"/>
      </a:hlink>
      <a:folHlink>
        <a:srgbClr val="9B9B9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737373"/>
      </a:dk2>
      <a:lt2>
        <a:srgbClr val="D2D2CD"/>
      </a:lt2>
      <a:accent1>
        <a:srgbClr val="961E64"/>
      </a:accent1>
      <a:accent2>
        <a:srgbClr val="6E82BE"/>
      </a:accent2>
      <a:accent3>
        <a:srgbClr val="692364"/>
      </a:accent3>
      <a:accent4>
        <a:srgbClr val="2D3778"/>
      </a:accent4>
      <a:accent5>
        <a:srgbClr val="E1783C"/>
      </a:accent5>
      <a:accent6>
        <a:srgbClr val="00AB9D"/>
      </a:accent6>
      <a:hlink>
        <a:srgbClr val="D7D2C3"/>
      </a:hlink>
      <a:folHlink>
        <a:srgbClr val="9B9B9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737373"/>
      </a:dk2>
      <a:lt2>
        <a:srgbClr val="D2D2CD"/>
      </a:lt2>
      <a:accent1>
        <a:srgbClr val="961E64"/>
      </a:accent1>
      <a:accent2>
        <a:srgbClr val="6E82BE"/>
      </a:accent2>
      <a:accent3>
        <a:srgbClr val="692364"/>
      </a:accent3>
      <a:accent4>
        <a:srgbClr val="2D3778"/>
      </a:accent4>
      <a:accent5>
        <a:srgbClr val="E1783C"/>
      </a:accent5>
      <a:accent6>
        <a:srgbClr val="00AB9D"/>
      </a:accent6>
      <a:hlink>
        <a:srgbClr val="D7D2C3"/>
      </a:hlink>
      <a:folHlink>
        <a:srgbClr val="9B9B9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506</Words>
  <Application>Microsoft Office PowerPoint</Application>
  <PresentationFormat>Ευρεία οθόνη</PresentationFormat>
  <Paragraphs>64</Paragraphs>
  <Slides>9</Slides>
  <Notes>4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3</vt:i4>
      </vt:variant>
      <vt:variant>
        <vt:lpstr>Θέμα</vt:lpstr>
      </vt:variant>
      <vt:variant>
        <vt:i4>2</vt:i4>
      </vt:variant>
      <vt:variant>
        <vt:lpstr>Τίτλοι διαφανειών</vt:lpstr>
      </vt:variant>
      <vt:variant>
        <vt:i4>9</vt:i4>
      </vt:variant>
    </vt:vector>
  </HeadingPairs>
  <TitlesOfParts>
    <vt:vector size="14" baseType="lpstr">
      <vt:lpstr>Arial</vt:lpstr>
      <vt:lpstr>Times New Roman</vt:lpstr>
      <vt:lpstr>Trebuchet MS</vt:lpstr>
      <vt:lpstr>Office Theme</vt:lpstr>
      <vt:lpstr>Office Theme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Dr. Dimitris Anastasiou, Alpha Bank</vt:lpstr>
      <vt:lpstr>Dr. Theodoros Stamatiou, Eurobank</vt:lpstr>
      <vt:lpstr>Dr. Stylianos Gogos, Eurobank</vt:lpstr>
      <vt:lpstr>Dissemination of the Action </vt:lpstr>
      <vt:lpstr>Παρουσίαση του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Piotr</dc:creator>
  <cp:lastModifiedBy>veni arakelian</cp:lastModifiedBy>
  <cp:revision>4</cp:revision>
  <dcterms:modified xsi:type="dcterms:W3CDTF">2023-09-25T17:06:37Z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2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2</vt:i4>
  </property>
</Properties>
</file>