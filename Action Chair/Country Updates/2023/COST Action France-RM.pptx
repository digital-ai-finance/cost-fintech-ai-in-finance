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X8GbfG9v6H3mxjkiwGPF/SO8M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COST Action France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Report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France in FinAI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Currently 5 members (2 males, 3 females)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Akanksha Jalan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Alexandre Boulenger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Galena Pisoni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Marianna Russo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Roman Matkovskyy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Emmanuel EYIAH-DONKOR (till the end of 2022)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France in FinAI - events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Organized WG1 meeting at Rennes School of Business jointly with the Crypto-currency investment conference (April 2022) contributed to mutual knowledge exchange and  knowledge  dissemination as well as to a network extension and launching new projects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Publications (with FinAI acknowledgement) 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Jalan, A., Matkovskyy, R., and Poti, V. (2022). Shall the winning last? A study of recent bubbles and persistence. Finance Research Letters 45, 102162</a:t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Jalan, A., Matkovskyy, R., Urquhart, A. (2022) Demand elasticities of Bitcoin and Ethereum. Economics Letters, 110877</a:t>
            </a:r>
            <a:endParaRPr/>
          </a:p>
          <a:p>
            <a:pPr indent="-20193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Chen, Y., Bredin, D., Potì, V. and R. Matkovskyy (2022). COVID risk narratives: a computational linguistic approach to the econometric identificati</a:t>
            </a:r>
            <a:r>
              <a:rPr lang="en-US"/>
              <a:t>on of narrative risk during a pandemic, Digital Finance 4, 17-61.</a:t>
            </a:r>
            <a:endParaRPr/>
          </a:p>
          <a:p>
            <a:pPr indent="-20193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Kherbouche, M., Pisoni, G., &amp; Molnár, B. (2022). Model to program and blockchain approaches for business processes and workflows in finance. Applied System Innovation, 5(1), 10.</a:t>
            </a:r>
            <a:endParaRPr/>
          </a:p>
          <a:p>
            <a:pPr indent="-20193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Molnár, B., Pisoni, G., Kherbouche, M., &amp; Zghal, Y. (2023). Blockchain-Based Business Process Management (BPM) for Finance: The Case of Credit and Claim Requests. Smart Cities, 6(3), 1254-1278.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Databases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Yi Liu, Roman Matkovskyy, Tianyao Han, Jiaqi Yan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database which contains data on crowdfunding/P2P platform features useful for rating platform integrity and to predict fraud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Elias Tsigaridas (STSM)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database which contains pre-ICO documentation and post-ICO performance (ROI and, A database which contains data on crowdfunding/P2P platform features useful for rating platform integrity and to predict fraud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Research proposals submitted (granted, under evaluation, rejected)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10 proposals submitted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Institut Europlace de Finance 2023 (Akanksha and Roman) – pending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Nasdaq 2023 (Akanksha and Roman) – pending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Ethereum Foundation 2023 (Akanksha and Roman) – not successful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OEE 2023 (Akanksha and Roman) - pending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ZUEL 2023 (External network, Roman) – pending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Nasdaq 2022 (Akanksha and Roman) - successful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OEE 2022 (Akanksha and Roman) – not successful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Region Bretagne 2022 (Andre and Roman,) – successful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ANR  (Akanksha, Roman and Raouf) 2021 – not successful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BIP (Maria, Galena, …) - successful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2023-09-04T12:12:00Z</dcterms:created>
  <dc:creator>Roman MATKOVSKYY</dc:creator>
</cp:coreProperties>
</file>