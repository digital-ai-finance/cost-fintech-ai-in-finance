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61" r:id="rId2"/>
  </p:sldMasterIdLst>
  <p:notesMasterIdLst>
    <p:notesMasterId r:id="rId8"/>
  </p:notesMasterIdLst>
  <p:sldIdLst>
    <p:sldId id="256" r:id="rId3"/>
    <p:sldId id="257" r:id="rId4"/>
    <p:sldId id="258" r:id="rId5"/>
    <p:sldId id="267" r:id="rId6"/>
    <p:sldId id="264" r:id="rId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5" roundtripDataSignature="AMtx7miXlMryuc2M0toKG4v/ThbQIAeKx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87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15" Type="http://customschemas.google.com/relationships/presentationmetadata" Target="metadata"/><Relationship Id="rId19" Type="http://schemas.openxmlformats.org/officeDocument/2006/relationships/tableStyles" Target="tableStyles.xml"/><Relationship Id="rId4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280" cy="400896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5" name="Google Shape;5;n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6" name="Google Shape;6;n"/>
          <p:cNvSpPr txBox="1">
            <a:spLocks noGrp="1"/>
          </p:cNvSpPr>
          <p:nvPr>
            <p:ph type="dt" idx="10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 sz="1400" b="0" i="0" u="none" strike="noStrike" cap="none"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400" b="0" i="0" u="none" strike="noStrike" cap="non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4" name="Google Shape;124;p2:notes"/>
          <p:cNvSpPr txBox="1">
            <a:spLocks noGrp="1"/>
          </p:cNvSpPr>
          <p:nvPr>
            <p:ph type="body" idx="1"/>
          </p:nvPr>
        </p:nvSpPr>
        <p:spPr>
          <a:xfrm>
            <a:off x="685800" y="4400640"/>
            <a:ext cx="5486040" cy="3600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2:notes"/>
          <p:cNvSpPr txBox="1"/>
          <p:nvPr/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 sz="1400" b="0" i="0" u="none" strike="noStrike" cap="none">
                <a:latin typeface="Times New Roman"/>
                <a:ea typeface="Times New Roman"/>
                <a:cs typeface="Times New Roman"/>
                <a:sym typeface="Times New Roman"/>
              </a:rPr>
              <a:t>2</a:t>
            </a:fld>
            <a:endParaRPr sz="1400" b="0" i="0" u="none" strike="noStrike" cap="non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f67caf98e7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1" name="Google Shape;131;gf67caf98e7_0_4:notes"/>
          <p:cNvSpPr txBox="1">
            <a:spLocks noGrp="1"/>
          </p:cNvSpPr>
          <p:nvPr>
            <p:ph type="body" idx="1"/>
          </p:nvPr>
        </p:nvSpPr>
        <p:spPr>
          <a:xfrm>
            <a:off x="685800" y="4400640"/>
            <a:ext cx="5486100" cy="3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gf67caf98e7_0_4:notes"/>
          <p:cNvSpPr txBox="1"/>
          <p:nvPr/>
        </p:nvSpPr>
        <p:spPr>
          <a:xfrm>
            <a:off x="3884760" y="8685360"/>
            <a:ext cx="2971500" cy="4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 sz="1400" b="0" i="0" u="none" strike="noStrike" cap="none">
                <a:latin typeface="Times New Roman"/>
                <a:ea typeface="Times New Roman"/>
                <a:cs typeface="Times New Roman"/>
                <a:sym typeface="Times New Roman"/>
              </a:rPr>
              <a:t>3</a:t>
            </a:fld>
            <a:endParaRPr sz="1400" b="0" i="0" u="none" strike="noStrike" cap="non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f67caf98e7_0_2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7" name="Google Shape;177;gf67caf98e7_0_243:notes"/>
          <p:cNvSpPr txBox="1">
            <a:spLocks noGrp="1"/>
          </p:cNvSpPr>
          <p:nvPr>
            <p:ph type="body" idx="1"/>
          </p:nvPr>
        </p:nvSpPr>
        <p:spPr>
          <a:xfrm>
            <a:off x="685800" y="4400640"/>
            <a:ext cx="5486100" cy="3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b="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gf67caf98e7_0_243:notes"/>
          <p:cNvSpPr txBox="1"/>
          <p:nvPr/>
        </p:nvSpPr>
        <p:spPr>
          <a:xfrm>
            <a:off x="3884760" y="8685360"/>
            <a:ext cx="2971500" cy="4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 sz="1400" b="0" i="0" u="none" strike="noStrike" cap="none">
                <a:latin typeface="Times New Roman"/>
                <a:ea typeface="Times New Roman"/>
                <a:cs typeface="Times New Roman"/>
                <a:sym typeface="Times New Roman"/>
              </a:rPr>
              <a:t>5</a:t>
            </a:fld>
            <a:endParaRPr sz="1400" b="0" i="0" u="none" strike="noStrike" cap="non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x">
  <p:cSld name="TITLE_AND_BOD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74800" y="1515240"/>
            <a:ext cx="8327160" cy="587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subTitle" idx="1"/>
          </p:nvPr>
        </p:nvSpPr>
        <p:spPr>
          <a:xfrm>
            <a:off x="874800" y="2103120"/>
            <a:ext cx="10224720" cy="3665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OBJECT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8"/>
          <p:cNvSpPr txBox="1">
            <a:spLocks noGrp="1"/>
          </p:cNvSpPr>
          <p:nvPr>
            <p:ph type="title"/>
          </p:nvPr>
        </p:nvSpPr>
        <p:spPr>
          <a:xfrm>
            <a:off x="874800" y="1515240"/>
            <a:ext cx="8327160" cy="587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8"/>
          <p:cNvSpPr txBox="1">
            <a:spLocks noGrp="1"/>
          </p:cNvSpPr>
          <p:nvPr>
            <p:ph type="body" idx="1"/>
          </p:nvPr>
        </p:nvSpPr>
        <p:spPr>
          <a:xfrm>
            <a:off x="874800" y="2103120"/>
            <a:ext cx="10224720" cy="3665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" type="twoObj">
  <p:cSld name="TWO_OBJECT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title"/>
          </p:nvPr>
        </p:nvSpPr>
        <p:spPr>
          <a:xfrm>
            <a:off x="874800" y="1515240"/>
            <a:ext cx="8327160" cy="587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body" idx="1"/>
          </p:nvPr>
        </p:nvSpPr>
        <p:spPr>
          <a:xfrm>
            <a:off x="874800" y="2103120"/>
            <a:ext cx="4989600" cy="3665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body" idx="2"/>
          </p:nvPr>
        </p:nvSpPr>
        <p:spPr>
          <a:xfrm>
            <a:off x="6114240" y="2103120"/>
            <a:ext cx="4989600" cy="3665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0"/>
          <p:cNvSpPr txBox="1">
            <a:spLocks noGrp="1"/>
          </p:cNvSpPr>
          <p:nvPr>
            <p:ph type="title"/>
          </p:nvPr>
        </p:nvSpPr>
        <p:spPr>
          <a:xfrm>
            <a:off x="874800" y="1515240"/>
            <a:ext cx="8327160" cy="587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ext" type="objOnly">
  <p:cSld name="OBJECT_ONL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1"/>
          <p:cNvSpPr txBox="1">
            <a:spLocks noGrp="1"/>
          </p:cNvSpPr>
          <p:nvPr>
            <p:ph type="subTitle" idx="1"/>
          </p:nvPr>
        </p:nvSpPr>
        <p:spPr>
          <a:xfrm>
            <a:off x="874800" y="1515240"/>
            <a:ext cx="8327160" cy="2724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and Content" type="twoObjAndObj">
  <p:cSld name="TWO_OBJECTS_AND_OBJEC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2"/>
          <p:cNvSpPr txBox="1">
            <a:spLocks noGrp="1"/>
          </p:cNvSpPr>
          <p:nvPr>
            <p:ph type="title"/>
          </p:nvPr>
        </p:nvSpPr>
        <p:spPr>
          <a:xfrm>
            <a:off x="874800" y="1515240"/>
            <a:ext cx="8327160" cy="587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2"/>
          <p:cNvSpPr txBox="1">
            <a:spLocks noGrp="1"/>
          </p:cNvSpPr>
          <p:nvPr>
            <p:ph type="body" idx="1"/>
          </p:nvPr>
        </p:nvSpPr>
        <p:spPr>
          <a:xfrm>
            <a:off x="874800" y="2103120"/>
            <a:ext cx="4989600" cy="174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2"/>
          <p:cNvSpPr txBox="1">
            <a:spLocks noGrp="1"/>
          </p:cNvSpPr>
          <p:nvPr>
            <p:ph type="body" idx="2"/>
          </p:nvPr>
        </p:nvSpPr>
        <p:spPr>
          <a:xfrm>
            <a:off x="6114240" y="2103120"/>
            <a:ext cx="4989600" cy="3665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2"/>
          <p:cNvSpPr txBox="1">
            <a:spLocks noGrp="1"/>
          </p:cNvSpPr>
          <p:nvPr>
            <p:ph type="body" idx="3"/>
          </p:nvPr>
        </p:nvSpPr>
        <p:spPr>
          <a:xfrm>
            <a:off x="874800" y="4017600"/>
            <a:ext cx="4989600" cy="174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Content and 2 Content" type="objAndTwoObj">
  <p:cSld name="OBJECT_AND_TWO_OBJECT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3"/>
          <p:cNvSpPr txBox="1">
            <a:spLocks noGrp="1"/>
          </p:cNvSpPr>
          <p:nvPr>
            <p:ph type="title"/>
          </p:nvPr>
        </p:nvSpPr>
        <p:spPr>
          <a:xfrm>
            <a:off x="874800" y="1515240"/>
            <a:ext cx="8327160" cy="587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3"/>
          <p:cNvSpPr txBox="1">
            <a:spLocks noGrp="1"/>
          </p:cNvSpPr>
          <p:nvPr>
            <p:ph type="body" idx="1"/>
          </p:nvPr>
        </p:nvSpPr>
        <p:spPr>
          <a:xfrm>
            <a:off x="874800" y="2103120"/>
            <a:ext cx="4989600" cy="3665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3"/>
          <p:cNvSpPr txBox="1">
            <a:spLocks noGrp="1"/>
          </p:cNvSpPr>
          <p:nvPr>
            <p:ph type="body" idx="2"/>
          </p:nvPr>
        </p:nvSpPr>
        <p:spPr>
          <a:xfrm>
            <a:off x="6114240" y="2103120"/>
            <a:ext cx="4989600" cy="174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3"/>
          <p:cNvSpPr txBox="1">
            <a:spLocks noGrp="1"/>
          </p:cNvSpPr>
          <p:nvPr>
            <p:ph type="body" idx="3"/>
          </p:nvPr>
        </p:nvSpPr>
        <p:spPr>
          <a:xfrm>
            <a:off x="6114240" y="4017600"/>
            <a:ext cx="4989600" cy="174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over Content" type="twoObjOverTx">
  <p:cSld name="TWO_OBJECTS_OVER_TEX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4"/>
          <p:cNvSpPr txBox="1">
            <a:spLocks noGrp="1"/>
          </p:cNvSpPr>
          <p:nvPr>
            <p:ph type="title"/>
          </p:nvPr>
        </p:nvSpPr>
        <p:spPr>
          <a:xfrm>
            <a:off x="874800" y="1515240"/>
            <a:ext cx="8327160" cy="587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14"/>
          <p:cNvSpPr txBox="1">
            <a:spLocks noGrp="1"/>
          </p:cNvSpPr>
          <p:nvPr>
            <p:ph type="body" idx="1"/>
          </p:nvPr>
        </p:nvSpPr>
        <p:spPr>
          <a:xfrm>
            <a:off x="874800" y="2103120"/>
            <a:ext cx="4989600" cy="174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4"/>
          <p:cNvSpPr txBox="1">
            <a:spLocks noGrp="1"/>
          </p:cNvSpPr>
          <p:nvPr>
            <p:ph type="body" idx="2"/>
          </p:nvPr>
        </p:nvSpPr>
        <p:spPr>
          <a:xfrm>
            <a:off x="6114240" y="2103120"/>
            <a:ext cx="4989600" cy="174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4"/>
          <p:cNvSpPr txBox="1">
            <a:spLocks noGrp="1"/>
          </p:cNvSpPr>
          <p:nvPr>
            <p:ph type="body" idx="3"/>
          </p:nvPr>
        </p:nvSpPr>
        <p:spPr>
          <a:xfrm>
            <a:off x="874800" y="4017600"/>
            <a:ext cx="10224720" cy="174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over Content" type="objOverTx">
  <p:cSld name="OBJECT_OVER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5"/>
          <p:cNvSpPr txBox="1">
            <a:spLocks noGrp="1"/>
          </p:cNvSpPr>
          <p:nvPr>
            <p:ph type="title"/>
          </p:nvPr>
        </p:nvSpPr>
        <p:spPr>
          <a:xfrm>
            <a:off x="874800" y="1515240"/>
            <a:ext cx="8327160" cy="587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5"/>
          <p:cNvSpPr txBox="1">
            <a:spLocks noGrp="1"/>
          </p:cNvSpPr>
          <p:nvPr>
            <p:ph type="body" idx="1"/>
          </p:nvPr>
        </p:nvSpPr>
        <p:spPr>
          <a:xfrm>
            <a:off x="874800" y="2103120"/>
            <a:ext cx="10224720" cy="174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5"/>
          <p:cNvSpPr txBox="1">
            <a:spLocks noGrp="1"/>
          </p:cNvSpPr>
          <p:nvPr>
            <p:ph type="body" idx="2"/>
          </p:nvPr>
        </p:nvSpPr>
        <p:spPr>
          <a:xfrm>
            <a:off x="874800" y="4017600"/>
            <a:ext cx="10224720" cy="174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4 Content" type="fourObj">
  <p:cSld name="FOUR_OBJECTS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6"/>
          <p:cNvSpPr txBox="1">
            <a:spLocks noGrp="1"/>
          </p:cNvSpPr>
          <p:nvPr>
            <p:ph type="title"/>
          </p:nvPr>
        </p:nvSpPr>
        <p:spPr>
          <a:xfrm>
            <a:off x="874800" y="1515240"/>
            <a:ext cx="8327160" cy="587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16"/>
          <p:cNvSpPr txBox="1">
            <a:spLocks noGrp="1"/>
          </p:cNvSpPr>
          <p:nvPr>
            <p:ph type="body" idx="1"/>
          </p:nvPr>
        </p:nvSpPr>
        <p:spPr>
          <a:xfrm>
            <a:off x="874800" y="2103120"/>
            <a:ext cx="4989600" cy="174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6"/>
          <p:cNvSpPr txBox="1">
            <a:spLocks noGrp="1"/>
          </p:cNvSpPr>
          <p:nvPr>
            <p:ph type="body" idx="2"/>
          </p:nvPr>
        </p:nvSpPr>
        <p:spPr>
          <a:xfrm>
            <a:off x="6114240" y="2103120"/>
            <a:ext cx="4989600" cy="174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6"/>
          <p:cNvSpPr txBox="1">
            <a:spLocks noGrp="1"/>
          </p:cNvSpPr>
          <p:nvPr>
            <p:ph type="body" idx="3"/>
          </p:nvPr>
        </p:nvSpPr>
        <p:spPr>
          <a:xfrm>
            <a:off x="874800" y="4017600"/>
            <a:ext cx="4989600" cy="174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6"/>
          <p:cNvSpPr txBox="1">
            <a:spLocks noGrp="1"/>
          </p:cNvSpPr>
          <p:nvPr>
            <p:ph type="body" idx="4"/>
          </p:nvPr>
        </p:nvSpPr>
        <p:spPr>
          <a:xfrm>
            <a:off x="6114240" y="4017600"/>
            <a:ext cx="4989600" cy="174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6 Content">
  <p:cSld name="Title, 6 Conten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>
            <a:spLocks noGrp="1"/>
          </p:cNvSpPr>
          <p:nvPr>
            <p:ph type="title"/>
          </p:nvPr>
        </p:nvSpPr>
        <p:spPr>
          <a:xfrm>
            <a:off x="874800" y="1515240"/>
            <a:ext cx="8327160" cy="587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7"/>
          <p:cNvSpPr txBox="1">
            <a:spLocks noGrp="1"/>
          </p:cNvSpPr>
          <p:nvPr>
            <p:ph type="body" idx="1"/>
          </p:nvPr>
        </p:nvSpPr>
        <p:spPr>
          <a:xfrm>
            <a:off x="874800" y="2103120"/>
            <a:ext cx="3292200" cy="174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7"/>
          <p:cNvSpPr txBox="1">
            <a:spLocks noGrp="1"/>
          </p:cNvSpPr>
          <p:nvPr>
            <p:ph type="body" idx="2"/>
          </p:nvPr>
        </p:nvSpPr>
        <p:spPr>
          <a:xfrm>
            <a:off x="4331880" y="2103120"/>
            <a:ext cx="3292200" cy="174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7"/>
          <p:cNvSpPr txBox="1">
            <a:spLocks noGrp="1"/>
          </p:cNvSpPr>
          <p:nvPr>
            <p:ph type="body" idx="3"/>
          </p:nvPr>
        </p:nvSpPr>
        <p:spPr>
          <a:xfrm>
            <a:off x="7789320" y="2103120"/>
            <a:ext cx="3292200" cy="174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7"/>
          <p:cNvSpPr txBox="1">
            <a:spLocks noGrp="1"/>
          </p:cNvSpPr>
          <p:nvPr>
            <p:ph type="body" idx="4"/>
          </p:nvPr>
        </p:nvSpPr>
        <p:spPr>
          <a:xfrm>
            <a:off x="874800" y="4017600"/>
            <a:ext cx="3292200" cy="174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7"/>
          <p:cNvSpPr txBox="1">
            <a:spLocks noGrp="1"/>
          </p:cNvSpPr>
          <p:nvPr>
            <p:ph type="body" idx="5"/>
          </p:nvPr>
        </p:nvSpPr>
        <p:spPr>
          <a:xfrm>
            <a:off x="4331880" y="4017600"/>
            <a:ext cx="3292200" cy="174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7"/>
          <p:cNvSpPr txBox="1">
            <a:spLocks noGrp="1"/>
          </p:cNvSpPr>
          <p:nvPr>
            <p:ph type="body" idx="6"/>
          </p:nvPr>
        </p:nvSpPr>
        <p:spPr>
          <a:xfrm>
            <a:off x="7789320" y="4017600"/>
            <a:ext cx="3292200" cy="174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x">
  <p:cSld name="TITLE_AND_BODY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8"/>
          <p:cNvSpPr txBox="1">
            <a:spLocks noGrp="1"/>
          </p:cNvSpPr>
          <p:nvPr>
            <p:ph type="title"/>
          </p:nvPr>
        </p:nvSpPr>
        <p:spPr>
          <a:xfrm>
            <a:off x="874800" y="1515240"/>
            <a:ext cx="8327160" cy="587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8"/>
          <p:cNvSpPr txBox="1">
            <a:spLocks noGrp="1"/>
          </p:cNvSpPr>
          <p:nvPr>
            <p:ph type="subTitle" idx="1"/>
          </p:nvPr>
        </p:nvSpPr>
        <p:spPr>
          <a:xfrm>
            <a:off x="874800" y="2103120"/>
            <a:ext cx="10224720" cy="3665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" type="obj">
  <p:cSld name="OBJEC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9"/>
          <p:cNvSpPr txBox="1">
            <a:spLocks noGrp="1"/>
          </p:cNvSpPr>
          <p:nvPr>
            <p:ph type="title"/>
          </p:nvPr>
        </p:nvSpPr>
        <p:spPr>
          <a:xfrm>
            <a:off x="874800" y="1515240"/>
            <a:ext cx="8327160" cy="587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9"/>
          <p:cNvSpPr txBox="1">
            <a:spLocks noGrp="1"/>
          </p:cNvSpPr>
          <p:nvPr>
            <p:ph type="body" idx="1"/>
          </p:nvPr>
        </p:nvSpPr>
        <p:spPr>
          <a:xfrm>
            <a:off x="874800" y="2103120"/>
            <a:ext cx="10224720" cy="3665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" type="twoObj">
  <p:cSld name="TWO_OBJECTS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>
            <a:spLocks noGrp="1"/>
          </p:cNvSpPr>
          <p:nvPr>
            <p:ph type="title"/>
          </p:nvPr>
        </p:nvSpPr>
        <p:spPr>
          <a:xfrm>
            <a:off x="874800" y="1515240"/>
            <a:ext cx="8327160" cy="587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0"/>
          <p:cNvSpPr txBox="1">
            <a:spLocks noGrp="1"/>
          </p:cNvSpPr>
          <p:nvPr>
            <p:ph type="body" idx="1"/>
          </p:nvPr>
        </p:nvSpPr>
        <p:spPr>
          <a:xfrm>
            <a:off x="874800" y="2103120"/>
            <a:ext cx="4989600" cy="3665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0"/>
          <p:cNvSpPr txBox="1">
            <a:spLocks noGrp="1"/>
          </p:cNvSpPr>
          <p:nvPr>
            <p:ph type="body" idx="2"/>
          </p:nvPr>
        </p:nvSpPr>
        <p:spPr>
          <a:xfrm>
            <a:off x="6114240" y="2103120"/>
            <a:ext cx="4989600" cy="3665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1"/>
          <p:cNvSpPr txBox="1">
            <a:spLocks noGrp="1"/>
          </p:cNvSpPr>
          <p:nvPr>
            <p:ph type="title"/>
          </p:nvPr>
        </p:nvSpPr>
        <p:spPr>
          <a:xfrm>
            <a:off x="874800" y="1515240"/>
            <a:ext cx="8327160" cy="587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entered Text" type="objOnly">
  <p:cSld name="OBJECT_ONLY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2"/>
          <p:cNvSpPr txBox="1">
            <a:spLocks noGrp="1"/>
          </p:cNvSpPr>
          <p:nvPr>
            <p:ph type="subTitle" idx="1"/>
          </p:nvPr>
        </p:nvSpPr>
        <p:spPr>
          <a:xfrm>
            <a:off x="874800" y="1515240"/>
            <a:ext cx="8327160" cy="2724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and Content" type="twoObjAndObj">
  <p:cSld name="TWO_OBJECTS_AND_OBJECT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3"/>
          <p:cNvSpPr txBox="1">
            <a:spLocks noGrp="1"/>
          </p:cNvSpPr>
          <p:nvPr>
            <p:ph type="title"/>
          </p:nvPr>
        </p:nvSpPr>
        <p:spPr>
          <a:xfrm>
            <a:off x="874800" y="1515240"/>
            <a:ext cx="8327160" cy="587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23"/>
          <p:cNvSpPr txBox="1">
            <a:spLocks noGrp="1"/>
          </p:cNvSpPr>
          <p:nvPr>
            <p:ph type="body" idx="1"/>
          </p:nvPr>
        </p:nvSpPr>
        <p:spPr>
          <a:xfrm>
            <a:off x="874800" y="2103120"/>
            <a:ext cx="4989600" cy="174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3"/>
          <p:cNvSpPr txBox="1">
            <a:spLocks noGrp="1"/>
          </p:cNvSpPr>
          <p:nvPr>
            <p:ph type="body" idx="2"/>
          </p:nvPr>
        </p:nvSpPr>
        <p:spPr>
          <a:xfrm>
            <a:off x="6114240" y="2103120"/>
            <a:ext cx="4989600" cy="3665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23"/>
          <p:cNvSpPr txBox="1">
            <a:spLocks noGrp="1"/>
          </p:cNvSpPr>
          <p:nvPr>
            <p:ph type="body" idx="3"/>
          </p:nvPr>
        </p:nvSpPr>
        <p:spPr>
          <a:xfrm>
            <a:off x="874800" y="4017600"/>
            <a:ext cx="4989600" cy="174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Content and 2 Content" type="objAndTwoObj">
  <p:cSld name="OBJECT_AND_TWO_OBJECTS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4"/>
          <p:cNvSpPr txBox="1">
            <a:spLocks noGrp="1"/>
          </p:cNvSpPr>
          <p:nvPr>
            <p:ph type="title"/>
          </p:nvPr>
        </p:nvSpPr>
        <p:spPr>
          <a:xfrm>
            <a:off x="874800" y="1515240"/>
            <a:ext cx="8327160" cy="587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24"/>
          <p:cNvSpPr txBox="1">
            <a:spLocks noGrp="1"/>
          </p:cNvSpPr>
          <p:nvPr>
            <p:ph type="body" idx="1"/>
          </p:nvPr>
        </p:nvSpPr>
        <p:spPr>
          <a:xfrm>
            <a:off x="874800" y="2103120"/>
            <a:ext cx="4989600" cy="3665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24"/>
          <p:cNvSpPr txBox="1">
            <a:spLocks noGrp="1"/>
          </p:cNvSpPr>
          <p:nvPr>
            <p:ph type="body" idx="2"/>
          </p:nvPr>
        </p:nvSpPr>
        <p:spPr>
          <a:xfrm>
            <a:off x="6114240" y="2103120"/>
            <a:ext cx="4989600" cy="174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24"/>
          <p:cNvSpPr txBox="1">
            <a:spLocks noGrp="1"/>
          </p:cNvSpPr>
          <p:nvPr>
            <p:ph type="body" idx="3"/>
          </p:nvPr>
        </p:nvSpPr>
        <p:spPr>
          <a:xfrm>
            <a:off x="6114240" y="4017600"/>
            <a:ext cx="4989600" cy="174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2 Content over Content" type="twoObjOverTx">
  <p:cSld name="TWO_OBJECTS_OVER_TEXT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5"/>
          <p:cNvSpPr txBox="1">
            <a:spLocks noGrp="1"/>
          </p:cNvSpPr>
          <p:nvPr>
            <p:ph type="title"/>
          </p:nvPr>
        </p:nvSpPr>
        <p:spPr>
          <a:xfrm>
            <a:off x="874800" y="1515240"/>
            <a:ext cx="8327160" cy="587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25"/>
          <p:cNvSpPr txBox="1">
            <a:spLocks noGrp="1"/>
          </p:cNvSpPr>
          <p:nvPr>
            <p:ph type="body" idx="1"/>
          </p:nvPr>
        </p:nvSpPr>
        <p:spPr>
          <a:xfrm>
            <a:off x="874800" y="2103120"/>
            <a:ext cx="4989600" cy="174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5"/>
          <p:cNvSpPr txBox="1">
            <a:spLocks noGrp="1"/>
          </p:cNvSpPr>
          <p:nvPr>
            <p:ph type="body" idx="2"/>
          </p:nvPr>
        </p:nvSpPr>
        <p:spPr>
          <a:xfrm>
            <a:off x="6114240" y="2103120"/>
            <a:ext cx="4989600" cy="174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25"/>
          <p:cNvSpPr txBox="1">
            <a:spLocks noGrp="1"/>
          </p:cNvSpPr>
          <p:nvPr>
            <p:ph type="body" idx="3"/>
          </p:nvPr>
        </p:nvSpPr>
        <p:spPr>
          <a:xfrm>
            <a:off x="874800" y="4017600"/>
            <a:ext cx="10224720" cy="174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Content over Content" type="objOverTx">
  <p:cSld name="OBJECT_OVER_TEXT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6"/>
          <p:cNvSpPr txBox="1">
            <a:spLocks noGrp="1"/>
          </p:cNvSpPr>
          <p:nvPr>
            <p:ph type="title"/>
          </p:nvPr>
        </p:nvSpPr>
        <p:spPr>
          <a:xfrm>
            <a:off x="874800" y="1515240"/>
            <a:ext cx="8327160" cy="587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26"/>
          <p:cNvSpPr txBox="1">
            <a:spLocks noGrp="1"/>
          </p:cNvSpPr>
          <p:nvPr>
            <p:ph type="body" idx="1"/>
          </p:nvPr>
        </p:nvSpPr>
        <p:spPr>
          <a:xfrm>
            <a:off x="874800" y="2103120"/>
            <a:ext cx="10224720" cy="174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26"/>
          <p:cNvSpPr txBox="1">
            <a:spLocks noGrp="1"/>
          </p:cNvSpPr>
          <p:nvPr>
            <p:ph type="body" idx="2"/>
          </p:nvPr>
        </p:nvSpPr>
        <p:spPr>
          <a:xfrm>
            <a:off x="874800" y="4017600"/>
            <a:ext cx="10224720" cy="174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4 Content" type="fourObj">
  <p:cSld name="FOUR_OBJECTS"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7"/>
          <p:cNvSpPr txBox="1">
            <a:spLocks noGrp="1"/>
          </p:cNvSpPr>
          <p:nvPr>
            <p:ph type="title"/>
          </p:nvPr>
        </p:nvSpPr>
        <p:spPr>
          <a:xfrm>
            <a:off x="874800" y="1515240"/>
            <a:ext cx="8327160" cy="587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27"/>
          <p:cNvSpPr txBox="1">
            <a:spLocks noGrp="1"/>
          </p:cNvSpPr>
          <p:nvPr>
            <p:ph type="body" idx="1"/>
          </p:nvPr>
        </p:nvSpPr>
        <p:spPr>
          <a:xfrm>
            <a:off x="874800" y="2103120"/>
            <a:ext cx="4989600" cy="174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7"/>
          <p:cNvSpPr txBox="1">
            <a:spLocks noGrp="1"/>
          </p:cNvSpPr>
          <p:nvPr>
            <p:ph type="body" idx="2"/>
          </p:nvPr>
        </p:nvSpPr>
        <p:spPr>
          <a:xfrm>
            <a:off x="6114240" y="2103120"/>
            <a:ext cx="4989600" cy="174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27"/>
          <p:cNvSpPr txBox="1">
            <a:spLocks noGrp="1"/>
          </p:cNvSpPr>
          <p:nvPr>
            <p:ph type="body" idx="3"/>
          </p:nvPr>
        </p:nvSpPr>
        <p:spPr>
          <a:xfrm>
            <a:off x="874800" y="4017600"/>
            <a:ext cx="4989600" cy="174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27"/>
          <p:cNvSpPr txBox="1">
            <a:spLocks noGrp="1"/>
          </p:cNvSpPr>
          <p:nvPr>
            <p:ph type="body" idx="4"/>
          </p:nvPr>
        </p:nvSpPr>
        <p:spPr>
          <a:xfrm>
            <a:off x="6114240" y="4017600"/>
            <a:ext cx="4989600" cy="174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6 Content">
  <p:cSld name="Title, 6 Content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8"/>
          <p:cNvSpPr txBox="1">
            <a:spLocks noGrp="1"/>
          </p:cNvSpPr>
          <p:nvPr>
            <p:ph type="title"/>
          </p:nvPr>
        </p:nvSpPr>
        <p:spPr>
          <a:xfrm>
            <a:off x="874800" y="1515240"/>
            <a:ext cx="8327160" cy="587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28"/>
          <p:cNvSpPr txBox="1">
            <a:spLocks noGrp="1"/>
          </p:cNvSpPr>
          <p:nvPr>
            <p:ph type="body" idx="1"/>
          </p:nvPr>
        </p:nvSpPr>
        <p:spPr>
          <a:xfrm>
            <a:off x="874800" y="2103120"/>
            <a:ext cx="3292200" cy="174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28"/>
          <p:cNvSpPr txBox="1">
            <a:spLocks noGrp="1"/>
          </p:cNvSpPr>
          <p:nvPr>
            <p:ph type="body" idx="2"/>
          </p:nvPr>
        </p:nvSpPr>
        <p:spPr>
          <a:xfrm>
            <a:off x="4331880" y="2103120"/>
            <a:ext cx="3292200" cy="174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28"/>
          <p:cNvSpPr txBox="1">
            <a:spLocks noGrp="1"/>
          </p:cNvSpPr>
          <p:nvPr>
            <p:ph type="body" idx="3"/>
          </p:nvPr>
        </p:nvSpPr>
        <p:spPr>
          <a:xfrm>
            <a:off x="7789320" y="2103120"/>
            <a:ext cx="3292200" cy="174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28"/>
          <p:cNvSpPr txBox="1">
            <a:spLocks noGrp="1"/>
          </p:cNvSpPr>
          <p:nvPr>
            <p:ph type="body" idx="4"/>
          </p:nvPr>
        </p:nvSpPr>
        <p:spPr>
          <a:xfrm>
            <a:off x="874800" y="4017600"/>
            <a:ext cx="3292200" cy="174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28"/>
          <p:cNvSpPr txBox="1">
            <a:spLocks noGrp="1"/>
          </p:cNvSpPr>
          <p:nvPr>
            <p:ph type="body" idx="5"/>
          </p:nvPr>
        </p:nvSpPr>
        <p:spPr>
          <a:xfrm>
            <a:off x="4331880" y="4017600"/>
            <a:ext cx="3292200" cy="174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28"/>
          <p:cNvSpPr txBox="1">
            <a:spLocks noGrp="1"/>
          </p:cNvSpPr>
          <p:nvPr>
            <p:ph type="body" idx="6"/>
          </p:nvPr>
        </p:nvSpPr>
        <p:spPr>
          <a:xfrm>
            <a:off x="7789320" y="4017600"/>
            <a:ext cx="3292200" cy="1748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2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3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3"/>
          <p:cNvSpPr txBox="1">
            <a:spLocks noGrp="1"/>
          </p:cNvSpPr>
          <p:nvPr>
            <p:ph type="title"/>
          </p:nvPr>
        </p:nvSpPr>
        <p:spPr>
          <a:xfrm>
            <a:off x="1107360" y="3961440"/>
            <a:ext cx="8327160" cy="587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2" name="Google Shape;12;p3"/>
          <p:cNvSpPr txBox="1">
            <a:spLocks noGrp="1"/>
          </p:cNvSpPr>
          <p:nvPr>
            <p:ph type="body" idx="1"/>
          </p:nvPr>
        </p:nvSpPr>
        <p:spPr>
          <a:xfrm>
            <a:off x="1106640" y="4557960"/>
            <a:ext cx="8327520" cy="469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body" idx="2"/>
          </p:nvPr>
        </p:nvSpPr>
        <p:spPr>
          <a:xfrm>
            <a:off x="1106640" y="5043600"/>
            <a:ext cx="8327520" cy="469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5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0" y="0"/>
            <a:ext cx="12191760" cy="685764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5"/>
          <p:cNvSpPr txBox="1">
            <a:spLocks noGrp="1"/>
          </p:cNvSpPr>
          <p:nvPr>
            <p:ph type="body" idx="1"/>
          </p:nvPr>
        </p:nvSpPr>
        <p:spPr>
          <a:xfrm>
            <a:off x="874800" y="2103120"/>
            <a:ext cx="10224720" cy="3665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65" name="Google Shape;65;p5"/>
          <p:cNvSpPr txBox="1">
            <a:spLocks noGrp="1"/>
          </p:cNvSpPr>
          <p:nvPr>
            <p:ph type="title"/>
          </p:nvPr>
        </p:nvSpPr>
        <p:spPr>
          <a:xfrm>
            <a:off x="874800" y="1515240"/>
            <a:ext cx="8327160" cy="587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66" name="Google Shape;66;p5"/>
          <p:cNvSpPr/>
          <p:nvPr/>
        </p:nvSpPr>
        <p:spPr>
          <a:xfrm>
            <a:off x="9414000" y="6216840"/>
            <a:ext cx="2249280" cy="338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 sz="1600" b="0" i="0" u="none" strike="noStrike" cap="none">
                <a:solidFill>
                  <a:srgbClr val="73737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6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cy.linkedin.com/in/sofia-n-andreou-a3907340" TargetMode="Externa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"/>
          <p:cNvSpPr txBox="1"/>
          <p:nvPr/>
        </p:nvSpPr>
        <p:spPr>
          <a:xfrm>
            <a:off x="1078785" y="4405355"/>
            <a:ext cx="8327160" cy="587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-PL" sz="3500" b="1" i="0" u="none" strike="noStrike" cap="none" dirty="0">
                <a:solidFill>
                  <a:srgbClr val="737373"/>
                </a:solidFill>
                <a:latin typeface="Trebuchet MS"/>
                <a:ea typeface="Trebuchet MS"/>
                <a:cs typeface="Trebuchet MS"/>
                <a:sym typeface="Trebuchet MS"/>
              </a:rPr>
              <a:t>COST Fin AI Country Update: </a:t>
            </a:r>
            <a:r>
              <a:rPr lang="en-GB" sz="3500" b="1" dirty="0">
                <a:solidFill>
                  <a:srgbClr val="737373"/>
                </a:solidFill>
                <a:latin typeface="Trebuchet MS"/>
                <a:ea typeface="Trebuchet MS"/>
                <a:cs typeface="Trebuchet MS"/>
                <a:sym typeface="Trebuchet MS"/>
              </a:rPr>
              <a:t>Cyprus</a:t>
            </a:r>
            <a:endParaRPr sz="3500" i="0" u="none" strike="noStrike" cap="none" dirty="0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20" name="Google Shape;120;p1"/>
          <p:cNvSpPr txBox="1"/>
          <p:nvPr/>
        </p:nvSpPr>
        <p:spPr>
          <a:xfrm>
            <a:off x="1175700" y="4589675"/>
            <a:ext cx="8327400" cy="40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rgbClr val="737373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21" name="Google Shape;121;p1"/>
          <p:cNvSpPr txBox="1"/>
          <p:nvPr/>
        </p:nvSpPr>
        <p:spPr>
          <a:xfrm>
            <a:off x="9503100" y="5906475"/>
            <a:ext cx="2062200" cy="50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B7B7B7"/>
                </a:solidFill>
                <a:latin typeface="Trebuchet MS"/>
                <a:ea typeface="Trebuchet MS"/>
                <a:cs typeface="Trebuchet MS"/>
                <a:sym typeface="Trebuchet MS"/>
              </a:rPr>
              <a:t>Cyprus</a:t>
            </a:r>
            <a:r>
              <a:rPr lang="pl-PL" dirty="0">
                <a:solidFill>
                  <a:srgbClr val="B7B7B7"/>
                </a:solidFill>
                <a:latin typeface="Trebuchet MS"/>
                <a:ea typeface="Trebuchet MS"/>
                <a:cs typeface="Trebuchet MS"/>
                <a:sym typeface="Trebuchet MS"/>
              </a:rPr>
              <a:t>, </a:t>
            </a:r>
            <a:r>
              <a:rPr lang="en-GB" dirty="0">
                <a:solidFill>
                  <a:srgbClr val="B7B7B7"/>
                </a:solidFill>
                <a:latin typeface="Trebuchet MS"/>
                <a:ea typeface="Trebuchet MS"/>
                <a:cs typeface="Trebuchet MS"/>
                <a:sym typeface="Trebuchet MS"/>
              </a:rPr>
              <a:t>September</a:t>
            </a:r>
            <a:r>
              <a:rPr lang="pl-PL" dirty="0">
                <a:solidFill>
                  <a:srgbClr val="B7B7B7"/>
                </a:solidFill>
                <a:latin typeface="Trebuchet MS"/>
                <a:ea typeface="Trebuchet MS"/>
                <a:cs typeface="Trebuchet MS"/>
                <a:sym typeface="Trebuchet MS"/>
              </a:rPr>
              <a:t> 202</a:t>
            </a:r>
            <a:r>
              <a:rPr lang="en-GB" dirty="0">
                <a:solidFill>
                  <a:srgbClr val="B7B7B7"/>
                </a:solidFill>
                <a:latin typeface="Trebuchet MS"/>
                <a:ea typeface="Trebuchet MS"/>
                <a:cs typeface="Trebuchet MS"/>
                <a:sym typeface="Trebuchet MS"/>
              </a:rPr>
              <a:t>3</a:t>
            </a:r>
            <a:endParaRPr dirty="0">
              <a:solidFill>
                <a:srgbClr val="B7B7B7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"/>
          <p:cNvSpPr txBox="1"/>
          <p:nvPr/>
        </p:nvSpPr>
        <p:spPr>
          <a:xfrm>
            <a:off x="765600" y="2609849"/>
            <a:ext cx="10660800" cy="3234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5532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D3778"/>
              </a:buClr>
              <a:buSzPts val="2000"/>
              <a:buFont typeface="Trebuchet MS"/>
              <a:buChar char="▪"/>
            </a:pPr>
            <a:r>
              <a:rPr lang="en-GB" sz="2000" dirty="0">
                <a:solidFill>
                  <a:srgbClr val="737373"/>
                </a:solidFill>
                <a:latin typeface="Trebuchet MS"/>
                <a:ea typeface="Trebuchet MS"/>
                <a:cs typeface="Trebuchet MS"/>
                <a:sym typeface="Trebuchet MS"/>
              </a:rPr>
              <a:t>Associate Prof</a:t>
            </a:r>
            <a:r>
              <a:rPr lang="pl-PL" sz="2000" dirty="0">
                <a:solidFill>
                  <a:srgbClr val="737373"/>
                </a:solidFill>
                <a:latin typeface="Trebuchet MS"/>
                <a:ea typeface="Trebuchet MS"/>
                <a:cs typeface="Trebuchet MS"/>
                <a:sym typeface="Trebuchet MS"/>
              </a:rPr>
              <a:t>. </a:t>
            </a:r>
            <a:r>
              <a:rPr lang="en-GB" sz="2000" b="1" i="0" u="none" strike="noStrike" cap="none" dirty="0">
                <a:solidFill>
                  <a:srgbClr val="737373"/>
                </a:solidFill>
                <a:latin typeface="Trebuchet MS"/>
                <a:ea typeface="Trebuchet MS"/>
                <a:cs typeface="Trebuchet MS"/>
                <a:sym typeface="Trebuchet MS"/>
              </a:rPr>
              <a:t>Andreas Gregoriades</a:t>
            </a:r>
            <a:r>
              <a:rPr lang="pl-PL" sz="2000" i="0" u="none" strike="noStrike" cap="none" dirty="0">
                <a:solidFill>
                  <a:srgbClr val="737373"/>
                </a:solidFill>
                <a:latin typeface="Trebuchet MS"/>
                <a:ea typeface="Trebuchet MS"/>
                <a:cs typeface="Trebuchet MS"/>
                <a:sym typeface="Trebuchet MS"/>
              </a:rPr>
              <a:t>, MC1, </a:t>
            </a:r>
            <a:r>
              <a:rPr lang="en-GB" sz="2000" i="0" u="none" strike="noStrike" cap="none" dirty="0">
                <a:solidFill>
                  <a:srgbClr val="737373"/>
                </a:solidFill>
                <a:latin typeface="Trebuchet MS"/>
                <a:ea typeface="Trebuchet MS"/>
                <a:cs typeface="Trebuchet MS"/>
                <a:sym typeface="Trebuchet MS"/>
              </a:rPr>
              <a:t>Cyprus University of Technology</a:t>
            </a:r>
            <a:endParaRPr sz="2000" i="0" u="none" strike="noStrike" cap="none" dirty="0">
              <a:solidFill>
                <a:srgbClr val="737373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45720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800" dirty="0">
              <a:solidFill>
                <a:srgbClr val="737373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457200" marR="0" lvl="0" indent="-35532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D3778"/>
              </a:buClr>
              <a:buSzPts val="2000"/>
              <a:buFont typeface="Trebuchet MS"/>
              <a:buChar char="▪"/>
            </a:pPr>
            <a:r>
              <a:rPr lang="en-GB" sz="2000" i="0" u="none" strike="noStrike" cap="none" dirty="0">
                <a:solidFill>
                  <a:srgbClr val="737373"/>
                </a:solidFill>
                <a:latin typeface="Trebuchet MS"/>
                <a:ea typeface="Trebuchet MS"/>
                <a:cs typeface="Trebuchet MS"/>
                <a:sym typeface="Trebuchet MS"/>
              </a:rPr>
              <a:t>Assistant Prof</a:t>
            </a:r>
            <a:r>
              <a:rPr lang="pl-PL" sz="2000" i="0" u="none" strike="noStrike" cap="none" dirty="0">
                <a:solidFill>
                  <a:srgbClr val="737373"/>
                </a:solidFill>
                <a:latin typeface="Trebuchet MS"/>
                <a:ea typeface="Trebuchet MS"/>
                <a:cs typeface="Trebuchet MS"/>
                <a:sym typeface="Trebuchet MS"/>
              </a:rPr>
              <a:t>. </a:t>
            </a:r>
            <a:r>
              <a:rPr lang="pl-PL" sz="2000" b="1" i="0" u="none" strike="noStrike" cap="none" dirty="0">
                <a:solidFill>
                  <a:srgbClr val="737373"/>
                </a:solidFill>
                <a:latin typeface="Trebuchet MS"/>
                <a:ea typeface="Trebuchet MS"/>
                <a:cs typeface="Trebuchet MS"/>
                <a:sym typeface="Trebuchet MS"/>
              </a:rPr>
              <a:t>Ifigenia GEORGIOU</a:t>
            </a:r>
            <a:r>
              <a:rPr lang="pl-PL" sz="2000" i="0" u="none" strike="noStrike" cap="none" dirty="0">
                <a:solidFill>
                  <a:srgbClr val="737373"/>
                </a:solidFill>
                <a:latin typeface="Trebuchet MS"/>
                <a:ea typeface="Trebuchet MS"/>
                <a:cs typeface="Trebuchet MS"/>
                <a:sym typeface="Trebuchet MS"/>
              </a:rPr>
              <a:t>, MC2, University </a:t>
            </a:r>
            <a:r>
              <a:rPr lang="en-GB" sz="2000" i="0" u="none" strike="noStrike" cap="none" dirty="0">
                <a:solidFill>
                  <a:srgbClr val="737373"/>
                </a:solidFill>
                <a:latin typeface="Trebuchet MS"/>
                <a:ea typeface="Trebuchet MS"/>
                <a:cs typeface="Trebuchet MS"/>
                <a:sym typeface="Trebuchet MS"/>
              </a:rPr>
              <a:t>of Nicosia</a:t>
            </a:r>
            <a:endParaRPr sz="2000" i="0" u="none" strike="noStrike" cap="none" dirty="0">
              <a:solidFill>
                <a:srgbClr val="737373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45720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solidFill>
                <a:srgbClr val="737373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28" name="Google Shape;128;p2"/>
          <p:cNvSpPr txBox="1"/>
          <p:nvPr/>
        </p:nvSpPr>
        <p:spPr>
          <a:xfrm>
            <a:off x="876185" y="1892775"/>
            <a:ext cx="8327100" cy="5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-PL" sz="2800" b="1" i="0" u="none" strike="noStrike" cap="none" dirty="0">
                <a:solidFill>
                  <a:srgbClr val="737373"/>
                </a:solidFill>
                <a:latin typeface="Trebuchet MS"/>
                <a:ea typeface="Trebuchet MS"/>
                <a:cs typeface="Trebuchet MS"/>
                <a:sym typeface="Trebuchet MS"/>
              </a:rPr>
              <a:t>MC Members</a:t>
            </a:r>
            <a:endParaRPr sz="2800" i="0" u="none" strike="noStrike" cap="none" dirty="0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f67caf98e7_0_4"/>
          <p:cNvSpPr txBox="1"/>
          <p:nvPr/>
        </p:nvSpPr>
        <p:spPr>
          <a:xfrm>
            <a:off x="1047175" y="2446475"/>
            <a:ext cx="10502400" cy="420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35532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D3778"/>
              </a:buClr>
              <a:buSzPts val="2000"/>
              <a:buFont typeface="Trebuchet MS"/>
              <a:buChar char="▪"/>
            </a:pPr>
            <a:r>
              <a:rPr lang="pl-PL" sz="2000" i="0" u="none" strike="noStrike" cap="none" dirty="0">
                <a:solidFill>
                  <a:srgbClr val="737373"/>
                </a:solidFill>
                <a:latin typeface="Trebuchet MS"/>
                <a:ea typeface="Trebuchet MS"/>
                <a:cs typeface="Trebuchet MS"/>
                <a:sym typeface="Trebuchet MS"/>
              </a:rPr>
              <a:t>Prof. </a:t>
            </a:r>
            <a:r>
              <a:rPr lang="en-GB" sz="2000" b="1" i="0" u="none" strike="noStrike" cap="none" dirty="0" err="1">
                <a:solidFill>
                  <a:srgbClr val="737373"/>
                </a:solidFill>
                <a:latin typeface="Trebuchet MS"/>
                <a:ea typeface="Trebuchet MS"/>
                <a:cs typeface="Trebuchet MS"/>
                <a:sym typeface="Trebuchet MS"/>
              </a:rPr>
              <a:t>Loizos</a:t>
            </a:r>
            <a:r>
              <a:rPr lang="en-GB" sz="2000" b="1" i="0" u="none" strike="noStrike" cap="none" dirty="0">
                <a:solidFill>
                  <a:srgbClr val="737373"/>
                </a:solidFill>
                <a:latin typeface="Trebuchet MS"/>
                <a:ea typeface="Trebuchet MS"/>
                <a:cs typeface="Trebuchet MS"/>
                <a:sym typeface="Trebuchet MS"/>
              </a:rPr>
              <a:t> Michael</a:t>
            </a:r>
            <a:r>
              <a:rPr lang="en-GB" sz="2000" i="0" u="none" strike="noStrike" cap="none" dirty="0">
                <a:solidFill>
                  <a:srgbClr val="737373"/>
                </a:solidFill>
                <a:latin typeface="Trebuchet MS"/>
                <a:ea typeface="Trebuchet MS"/>
                <a:cs typeface="Trebuchet MS"/>
                <a:sym typeface="Trebuchet MS"/>
              </a:rPr>
              <a:t>, Open University Cyprus</a:t>
            </a:r>
            <a:endParaRPr sz="2000" i="0" u="none" strike="noStrike" cap="none" dirty="0">
              <a:solidFill>
                <a:srgbClr val="737373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457200" indent="-355320">
              <a:lnSpc>
                <a:spcPct val="150000"/>
              </a:lnSpc>
              <a:buClr>
                <a:srgbClr val="2D3778"/>
              </a:buClr>
              <a:buSzPts val="2000"/>
              <a:buFont typeface="Trebuchet MS"/>
              <a:buChar char="▪"/>
            </a:pPr>
            <a:endParaRPr lang="pl-PL" sz="2000" dirty="0">
              <a:solidFill>
                <a:srgbClr val="737373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457200" indent="-355320">
              <a:lnSpc>
                <a:spcPct val="150000"/>
              </a:lnSpc>
              <a:buClr>
                <a:srgbClr val="2D3778"/>
              </a:buClr>
              <a:buSzPts val="2000"/>
              <a:buFont typeface="Trebuchet MS"/>
              <a:buChar char="▪"/>
            </a:pPr>
            <a:endParaRPr lang="pl-PL" sz="2000" dirty="0">
              <a:solidFill>
                <a:srgbClr val="737373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457200" marR="0" lvl="0" indent="-35532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D3778"/>
              </a:buClr>
              <a:buSzPts val="2000"/>
              <a:buFont typeface="Trebuchet MS"/>
              <a:buChar char="▪"/>
            </a:pPr>
            <a:endParaRPr sz="2000" i="0" u="none" strike="noStrike" cap="none" dirty="0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1001"/>
              </a:spcBef>
              <a:spcAft>
                <a:spcPts val="0"/>
              </a:spcAft>
              <a:buNone/>
            </a:pPr>
            <a:endParaRPr sz="2000" i="0" u="none" strike="noStrike" cap="none" dirty="0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35" name="Google Shape;135;gf67caf98e7_0_4"/>
          <p:cNvSpPr txBox="1"/>
          <p:nvPr/>
        </p:nvSpPr>
        <p:spPr>
          <a:xfrm>
            <a:off x="1047175" y="1859075"/>
            <a:ext cx="8327100" cy="5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l-PL" sz="2800" b="1" dirty="0">
                <a:solidFill>
                  <a:srgbClr val="737373"/>
                </a:solidFill>
                <a:latin typeface="Trebuchet MS"/>
                <a:ea typeface="Trebuchet MS"/>
                <a:cs typeface="Trebuchet MS"/>
                <a:sym typeface="Trebuchet MS"/>
              </a:rPr>
              <a:t>Other</a:t>
            </a:r>
            <a:r>
              <a:rPr lang="pl-PL" sz="2800" b="1" i="0" u="none" strike="noStrike" cap="none" dirty="0">
                <a:solidFill>
                  <a:srgbClr val="737373"/>
                </a:solidFill>
                <a:latin typeface="Trebuchet MS"/>
                <a:ea typeface="Trebuchet MS"/>
                <a:cs typeface="Trebuchet MS"/>
                <a:sym typeface="Trebuchet MS"/>
              </a:rPr>
              <a:t> Members </a:t>
            </a:r>
            <a:endParaRPr sz="2800" i="0" u="none" strike="noStrike" cap="none" dirty="0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Τίτλος 1">
            <a:extLst>
              <a:ext uri="{FF2B5EF4-FFF2-40B4-BE49-F238E27FC236}">
                <a16:creationId xmlns:a16="http://schemas.microsoft.com/office/drawing/2014/main" id="{25ACAA75-E472-3360-3524-67634678D6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>
                <a:solidFill>
                  <a:srgbClr val="737373"/>
                </a:solidFill>
                <a:latin typeface="Trebuchet MS"/>
              </a:rPr>
              <a:t>Dissemination of the Action </a:t>
            </a:r>
            <a:endParaRPr lang="el-GR" sz="2800" b="1" dirty="0">
              <a:solidFill>
                <a:srgbClr val="737373"/>
              </a:solidFill>
              <a:latin typeface="Trebuchet MS"/>
            </a:endParaRPr>
          </a:p>
        </p:txBody>
      </p:sp>
      <p:sp>
        <p:nvSpPr>
          <p:cNvPr id="3" name="Υπότιτλος 2">
            <a:extLst>
              <a:ext uri="{FF2B5EF4-FFF2-40B4-BE49-F238E27FC236}">
                <a16:creationId xmlns:a16="http://schemas.microsoft.com/office/drawing/2014/main" id="{239BDC77-981A-05A6-E696-15A40522E2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4800" y="2474595"/>
            <a:ext cx="10224720" cy="4247438"/>
          </a:xfrm>
        </p:spPr>
        <p:txBody>
          <a:bodyPr/>
          <a:lstStyle/>
          <a:p>
            <a:pPr marL="180975" indent="0">
              <a:lnSpc>
                <a:spcPct val="150000"/>
              </a:lnSpc>
            </a:pPr>
            <a:endParaRPr lang="en-US" sz="1400" dirty="0">
              <a:solidFill>
                <a:srgbClr val="737373"/>
              </a:solidFill>
              <a:latin typeface="Trebuchet MS"/>
            </a:endParaRPr>
          </a:p>
          <a:p>
            <a:r>
              <a:rPr lang="en-US" sz="1600" b="1" dirty="0">
                <a:solidFill>
                  <a:srgbClr val="737373"/>
                </a:solidFill>
                <a:latin typeface="Trebuchet MS"/>
              </a:rPr>
              <a:t>New publications that use AI/Data analytics and XAI techniques on textual data</a:t>
            </a:r>
            <a:endParaRPr lang="en-US" sz="1600" b="1" dirty="0">
              <a:solidFill>
                <a:srgbClr val="777777"/>
              </a:solidFill>
              <a:latin typeface="Arial" panose="020B0604020202020204" pitchFamily="34" charset="0"/>
            </a:endParaRPr>
          </a:p>
          <a:p>
            <a:pPr marL="5143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dirty="0">
                <a:solidFill>
                  <a:srgbClr val="737373"/>
                </a:solidFill>
                <a:latin typeface="Trebuchet MS"/>
              </a:rPr>
              <a:t>Credit Market Freedom and Corporate Decisions. </a:t>
            </a:r>
            <a:r>
              <a:rPr lang="en-GB" sz="1600" dirty="0" err="1">
                <a:solidFill>
                  <a:srgbClr val="737373"/>
                </a:solidFill>
                <a:latin typeface="Trebuchet MS"/>
              </a:rPr>
              <a:t>A.Iona,A</a:t>
            </a:r>
            <a:r>
              <a:rPr lang="en-GB" sz="1600" dirty="0">
                <a:solidFill>
                  <a:srgbClr val="737373"/>
                </a:solidFill>
                <a:latin typeface="Trebuchet MS"/>
              </a:rPr>
              <a:t>. </a:t>
            </a:r>
            <a:r>
              <a:rPr lang="en-GB" sz="1600" dirty="0" err="1">
                <a:solidFill>
                  <a:srgbClr val="737373"/>
                </a:solidFill>
                <a:latin typeface="Trebuchet MS"/>
              </a:rPr>
              <a:t>Calef,I</a:t>
            </a:r>
            <a:r>
              <a:rPr lang="en-GB" sz="1600" dirty="0">
                <a:solidFill>
                  <a:srgbClr val="737373"/>
                </a:solidFill>
                <a:latin typeface="Trebuchet MS"/>
              </a:rPr>
              <a:t> Georgiou.,  Mathematics. 2023, 11(7):1670.</a:t>
            </a:r>
            <a:endParaRPr lang="en-US" sz="1600" dirty="0">
              <a:solidFill>
                <a:srgbClr val="737373"/>
              </a:solidFill>
              <a:latin typeface="Trebuchet MS"/>
            </a:endParaRPr>
          </a:p>
          <a:p>
            <a:pPr marL="5143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737373"/>
                </a:solidFill>
                <a:latin typeface="Trebuchet MS"/>
              </a:rPr>
              <a:t>Explaining tourist revisit intention using natural language processing and classification techniques, A. Gregoriades, M. Pampaka, H. Herodotou, E. Christodoulou, Journal of Big Data 10 (1), 1-31</a:t>
            </a:r>
          </a:p>
          <a:p>
            <a:pPr marL="5143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i="1" dirty="0">
                <a:solidFill>
                  <a:srgbClr val="737373"/>
                </a:solidFill>
                <a:latin typeface="Trebuchet MS"/>
              </a:rPr>
              <a:t>“How to Make Them Stay?”: Diverse Counterfactual Explanations of Employee Attrition, A. </a:t>
            </a:r>
            <a:r>
              <a:rPr lang="en-GB" sz="1600" i="1" dirty="0" err="1">
                <a:solidFill>
                  <a:srgbClr val="737373"/>
                </a:solidFill>
                <a:latin typeface="Trebuchet MS"/>
              </a:rPr>
              <a:t>Artelt</a:t>
            </a:r>
            <a:r>
              <a:rPr lang="en-GB" sz="1600" i="1" dirty="0">
                <a:solidFill>
                  <a:srgbClr val="737373"/>
                </a:solidFill>
                <a:latin typeface="Trebuchet MS"/>
              </a:rPr>
              <a:t>, A. Gregoriades,25th International Conference on Enterprise Information Systems 1, 532-538</a:t>
            </a:r>
          </a:p>
          <a:p>
            <a:pPr marL="5143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1600" i="1" dirty="0">
                <a:solidFill>
                  <a:srgbClr val="737373"/>
                </a:solidFill>
                <a:latin typeface="Trebuchet MS"/>
              </a:rPr>
              <a:t>Leveraging Natural Language Processing in Persuasive Marketing, E. Christodoulou &amp; A. Gregoriades, Intelligent Information and Database Systems. Lecture Notes in Computer Science, 13995. Springer</a:t>
            </a:r>
            <a:endParaRPr lang="en-US" sz="1600" i="1" dirty="0">
              <a:solidFill>
                <a:srgbClr val="737373"/>
              </a:solidFill>
              <a:latin typeface="Trebuchet MS"/>
            </a:endParaRPr>
          </a:p>
          <a:p>
            <a:pPr marL="5143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737373"/>
              </a:solidFill>
              <a:latin typeface="Trebuchet MS"/>
            </a:endParaRPr>
          </a:p>
          <a:p>
            <a:pPr marL="180975" indent="0">
              <a:lnSpc>
                <a:spcPct val="150000"/>
              </a:lnSpc>
            </a:pPr>
            <a:endParaRPr lang="en-US" sz="1600" dirty="0">
              <a:solidFill>
                <a:srgbClr val="737373"/>
              </a:solidFill>
              <a:latin typeface="Trebuchet MS"/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737373"/>
                </a:solidFill>
                <a:latin typeface="Trebuchet MS"/>
              </a:rPr>
              <a:t> </a:t>
            </a:r>
          </a:p>
          <a:p>
            <a:endParaRPr lang="el-GR" dirty="0"/>
          </a:p>
        </p:txBody>
      </p:sp>
    </p:spTree>
    <p:extLst>
      <p:ext uri="{BB962C8B-B14F-4D97-AF65-F5344CB8AC3E}">
        <p14:creationId xmlns:p14="http://schemas.microsoft.com/office/powerpoint/2010/main" val="27088754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f67caf98e7_0_243"/>
          <p:cNvSpPr txBox="1"/>
          <p:nvPr/>
        </p:nvSpPr>
        <p:spPr>
          <a:xfrm>
            <a:off x="885250" y="1707225"/>
            <a:ext cx="10502400" cy="43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200000"/>
              </a:lnSpc>
              <a:spcBef>
                <a:spcPts val="1001"/>
              </a:spcBef>
              <a:spcAft>
                <a:spcPts val="0"/>
              </a:spcAft>
              <a:buNone/>
            </a:pPr>
            <a:endParaRPr sz="2000" i="0" u="none" strike="noStrike" cap="none" dirty="0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457200" marR="0" lvl="0" indent="-35532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2D3778"/>
              </a:buClr>
              <a:buSzPts val="2000"/>
              <a:buFont typeface="Trebuchet MS"/>
              <a:buChar char="▪"/>
            </a:pPr>
            <a:r>
              <a:rPr lang="en-GB" sz="2000" dirty="0">
                <a:solidFill>
                  <a:srgbClr val="737373"/>
                </a:solidFill>
                <a:latin typeface="Trebuchet MS"/>
                <a:ea typeface="Trebuchet MS"/>
                <a:cs typeface="Trebuchet MS"/>
                <a:sym typeface="Trebuchet MS"/>
              </a:rPr>
              <a:t>Investigating the application of automated personality recognition from text using LLMs for credit scoring evaluations</a:t>
            </a:r>
          </a:p>
          <a:p>
            <a:pPr marL="457200" marR="0" lvl="0" indent="-35532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2D3778"/>
              </a:buClr>
              <a:buSzPts val="2000"/>
              <a:buFont typeface="Trebuchet MS"/>
              <a:buChar char="▪"/>
            </a:pPr>
            <a:r>
              <a:rPr lang="en-GB" sz="2000" i="0" u="none" strike="noStrike" cap="none" dirty="0">
                <a:solidFill>
                  <a:srgbClr val="737373"/>
                </a:solidFill>
                <a:latin typeface="Trebuchet MS"/>
                <a:ea typeface="Trebuchet MS"/>
                <a:cs typeface="Trebuchet MS"/>
                <a:sym typeface="Trebuchet MS"/>
              </a:rPr>
              <a:t>STSM between Switzerland and Cyprus to exchange </a:t>
            </a:r>
            <a:r>
              <a:rPr lang="en-GB" sz="2000" dirty="0">
                <a:solidFill>
                  <a:srgbClr val="737373"/>
                </a:solidFill>
                <a:latin typeface="Trebuchet MS"/>
                <a:ea typeface="Trebuchet MS"/>
                <a:cs typeface="Trebuchet MS"/>
                <a:sym typeface="Trebuchet MS"/>
              </a:rPr>
              <a:t>knowledge on how could user personality be part of the RL investment decision-support process</a:t>
            </a:r>
            <a:endParaRPr sz="2000" i="0" u="none" strike="noStrike" cap="none" dirty="0">
              <a:solidFill>
                <a:srgbClr val="737373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457200" marR="0" lvl="0" indent="-35532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2D3778"/>
              </a:buClr>
              <a:buSzPts val="2000"/>
              <a:buFont typeface="Trebuchet MS"/>
              <a:buChar char="▪"/>
            </a:pPr>
            <a:endParaRPr sz="2000" dirty="0">
              <a:solidFill>
                <a:srgbClr val="737373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marL="0" marR="0" lvl="0" indent="0" algn="l" rtl="0">
              <a:lnSpc>
                <a:spcPct val="200000"/>
              </a:lnSpc>
              <a:spcBef>
                <a:spcPts val="1001"/>
              </a:spcBef>
              <a:spcAft>
                <a:spcPts val="0"/>
              </a:spcAft>
              <a:buNone/>
            </a:pPr>
            <a:endParaRPr sz="2000" i="0" u="none" strike="noStrike" cap="none" dirty="0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81" name="Google Shape;181;gf67caf98e7_0_243"/>
          <p:cNvSpPr txBox="1"/>
          <p:nvPr/>
        </p:nvSpPr>
        <p:spPr>
          <a:xfrm>
            <a:off x="1038110" y="1707225"/>
            <a:ext cx="8327100" cy="58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pl-PL" sz="2800" b="1" dirty="0">
                <a:solidFill>
                  <a:srgbClr val="737373"/>
                </a:solidFill>
                <a:latin typeface="Trebuchet MS"/>
                <a:ea typeface="Trebuchet MS"/>
                <a:cs typeface="Trebuchet MS"/>
                <a:sym typeface="Trebuchet MS"/>
              </a:rPr>
              <a:t>Planned Actions</a:t>
            </a:r>
            <a:endParaRPr sz="28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737373"/>
      </a:dk2>
      <a:lt2>
        <a:srgbClr val="D2D2CD"/>
      </a:lt2>
      <a:accent1>
        <a:srgbClr val="961E64"/>
      </a:accent1>
      <a:accent2>
        <a:srgbClr val="6E82BE"/>
      </a:accent2>
      <a:accent3>
        <a:srgbClr val="692364"/>
      </a:accent3>
      <a:accent4>
        <a:srgbClr val="2D3778"/>
      </a:accent4>
      <a:accent5>
        <a:srgbClr val="E1783C"/>
      </a:accent5>
      <a:accent6>
        <a:srgbClr val="00AB9D"/>
      </a:accent6>
      <a:hlink>
        <a:srgbClr val="D7D2C3"/>
      </a:hlink>
      <a:folHlink>
        <a:srgbClr val="9B9B9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737373"/>
      </a:dk2>
      <a:lt2>
        <a:srgbClr val="D2D2CD"/>
      </a:lt2>
      <a:accent1>
        <a:srgbClr val="961E64"/>
      </a:accent1>
      <a:accent2>
        <a:srgbClr val="6E82BE"/>
      </a:accent2>
      <a:accent3>
        <a:srgbClr val="692364"/>
      </a:accent3>
      <a:accent4>
        <a:srgbClr val="2D3778"/>
      </a:accent4>
      <a:accent5>
        <a:srgbClr val="E1783C"/>
      </a:accent5>
      <a:accent6>
        <a:srgbClr val="00AB9D"/>
      </a:accent6>
      <a:hlink>
        <a:srgbClr val="D7D2C3"/>
      </a:hlink>
      <a:folHlink>
        <a:srgbClr val="9B9B9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737373"/>
      </a:dk2>
      <a:lt2>
        <a:srgbClr val="D2D2CD"/>
      </a:lt2>
      <a:accent1>
        <a:srgbClr val="961E64"/>
      </a:accent1>
      <a:accent2>
        <a:srgbClr val="6E82BE"/>
      </a:accent2>
      <a:accent3>
        <a:srgbClr val="692364"/>
      </a:accent3>
      <a:accent4>
        <a:srgbClr val="2D3778"/>
      </a:accent4>
      <a:accent5>
        <a:srgbClr val="E1783C"/>
      </a:accent5>
      <a:accent6>
        <a:srgbClr val="00AB9D"/>
      </a:accent6>
      <a:hlink>
        <a:srgbClr val="D7D2C3"/>
      </a:hlink>
      <a:folHlink>
        <a:srgbClr val="9B9B9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233</Words>
  <Application>Microsoft Office PowerPoint</Application>
  <PresentationFormat>Widescreen</PresentationFormat>
  <Paragraphs>27</Paragraphs>
  <Slides>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Times New Roman</vt:lpstr>
      <vt:lpstr>Trebuchet MS</vt:lpstr>
      <vt:lpstr>Office Theme</vt:lpstr>
      <vt:lpstr>Office Theme</vt:lpstr>
      <vt:lpstr>PowerPoint Presentation</vt:lpstr>
      <vt:lpstr>PowerPoint Presentation</vt:lpstr>
      <vt:lpstr>PowerPoint Presentation</vt:lpstr>
      <vt:lpstr>Dissemination of the Action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Piotr</dc:creator>
  <cp:lastModifiedBy>Andreas Gregoriades</cp:lastModifiedBy>
  <cp:revision>10</cp:revision>
  <dcterms:modified xsi:type="dcterms:W3CDTF">2023-09-27T07:04:44Z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2</vt:i4>
  </property>
  <property fmtid="{D5CDD505-2E9C-101B-9397-08002B2CF9AE}" pid="8" name="PresentationFormat">
    <vt:lpwstr>Widescreen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2</vt:i4>
  </property>
</Properties>
</file>