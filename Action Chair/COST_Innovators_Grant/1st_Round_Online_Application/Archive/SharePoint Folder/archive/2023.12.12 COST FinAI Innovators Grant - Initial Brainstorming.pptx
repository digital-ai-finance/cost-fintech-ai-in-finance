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notesMasterIdLst>
    <p:notesMasterId r:id="rId17"/>
  </p:notesMasterIdLst>
  <p:sldIdLst>
    <p:sldId id="256" r:id="rId6"/>
    <p:sldId id="258" r:id="rId7"/>
    <p:sldId id="283" r:id="rId8"/>
    <p:sldId id="281" r:id="rId9"/>
    <p:sldId id="284" r:id="rId10"/>
    <p:sldId id="282" r:id="rId11"/>
    <p:sldId id="285" r:id="rId12"/>
    <p:sldId id="286" r:id="rId13"/>
    <p:sldId id="280" r:id="rId14"/>
    <p:sldId id="278" r:id="rId15"/>
    <p:sldId id="27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7CDD30-79B7-5147-AEAB-1BD52A02CF6E}" v="1391" dt="2023-12-13T13:53:46.741"/>
    <p1510:client id="{C5D0FA31-B606-4AD9-A78A-516CE85EB62C}" v="1022" vWet="1030" dt="2023-12-13T12:26:22.547"/>
    <p1510:client id="{E5F1E176-1D0F-2E97-2819-973E763AA950}" v="114" vWet="116" dt="2023-12-12T16:06:05.0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94"/>
  </p:normalViewPr>
  <p:slideViewPr>
    <p:cSldViewPr snapToGrid="0">
      <p:cViewPr varScale="1">
        <p:scale>
          <a:sx n="121" d="100"/>
          <a:sy n="121" d="100"/>
        </p:scale>
        <p:origin x="44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ibi Gabin" userId="163c3ddc-3afa-49b5-8439-27c751c16697" providerId="ADAL" clId="{997CDD30-79B7-5147-AEAB-1BD52A02CF6E}"/>
    <pc:docChg chg="undo redo custSel addSld delSld modSld sldOrd">
      <pc:chgData name="Taibi Gabin" userId="163c3ddc-3afa-49b5-8439-27c751c16697" providerId="ADAL" clId="{997CDD30-79B7-5147-AEAB-1BD52A02CF6E}" dt="2023-12-13T14:01:29.796" v="2670" actId="20577"/>
      <pc:docMkLst>
        <pc:docMk/>
      </pc:docMkLst>
      <pc:sldChg chg="del">
        <pc:chgData name="Taibi Gabin" userId="163c3ddc-3afa-49b5-8439-27c751c16697" providerId="ADAL" clId="{997CDD30-79B7-5147-AEAB-1BD52A02CF6E}" dt="2023-12-12T10:15:08.371" v="10" actId="2696"/>
        <pc:sldMkLst>
          <pc:docMk/>
          <pc:sldMk cId="3918397221" sldId="257"/>
        </pc:sldMkLst>
      </pc:sldChg>
      <pc:sldChg chg="modSp add del mod">
        <pc:chgData name="Taibi Gabin" userId="163c3ddc-3afa-49b5-8439-27c751c16697" providerId="ADAL" clId="{997CDD30-79B7-5147-AEAB-1BD52A02CF6E}" dt="2023-12-13T14:01:29.796" v="2670" actId="20577"/>
        <pc:sldMkLst>
          <pc:docMk/>
          <pc:sldMk cId="2971499719" sldId="258"/>
        </pc:sldMkLst>
        <pc:spChg chg="mod">
          <ac:chgData name="Taibi Gabin" userId="163c3ddc-3afa-49b5-8439-27c751c16697" providerId="ADAL" clId="{997CDD30-79B7-5147-AEAB-1BD52A02CF6E}" dt="2023-12-12T10:15:00.719" v="1"/>
          <ac:spMkLst>
            <pc:docMk/>
            <pc:sldMk cId="2971499719" sldId="258"/>
            <ac:spMk id="2" creationId="{4C5559F6-587C-F2F3-B452-57C39A8C94B7}"/>
          </ac:spMkLst>
        </pc:spChg>
        <pc:spChg chg="mod">
          <ac:chgData name="Taibi Gabin" userId="163c3ddc-3afa-49b5-8439-27c751c16697" providerId="ADAL" clId="{997CDD30-79B7-5147-AEAB-1BD52A02CF6E}" dt="2023-12-13T14:01:29.796" v="2670" actId="20577"/>
          <ac:spMkLst>
            <pc:docMk/>
            <pc:sldMk cId="2971499719" sldId="258"/>
            <ac:spMk id="3" creationId="{67F86130-06B9-2058-7427-9B4F7F404872}"/>
          </ac:spMkLst>
        </pc:spChg>
      </pc:sldChg>
      <pc:sldChg chg="del">
        <pc:chgData name="Taibi Gabin" userId="163c3ddc-3afa-49b5-8439-27c751c16697" providerId="ADAL" clId="{997CDD30-79B7-5147-AEAB-1BD52A02CF6E}" dt="2023-12-12T10:15:08.839" v="11" actId="2696"/>
        <pc:sldMkLst>
          <pc:docMk/>
          <pc:sldMk cId="2174219385" sldId="260"/>
        </pc:sldMkLst>
      </pc:sldChg>
      <pc:sldChg chg="del">
        <pc:chgData name="Taibi Gabin" userId="163c3ddc-3afa-49b5-8439-27c751c16697" providerId="ADAL" clId="{997CDD30-79B7-5147-AEAB-1BD52A02CF6E}" dt="2023-12-12T10:15:07.385" v="7" actId="2696"/>
        <pc:sldMkLst>
          <pc:docMk/>
          <pc:sldMk cId="1643025181" sldId="266"/>
        </pc:sldMkLst>
      </pc:sldChg>
      <pc:sldChg chg="del">
        <pc:chgData name="Taibi Gabin" userId="163c3ddc-3afa-49b5-8439-27c751c16697" providerId="ADAL" clId="{997CDD30-79B7-5147-AEAB-1BD52A02CF6E}" dt="2023-12-12T10:15:07.768" v="8" actId="2696"/>
        <pc:sldMkLst>
          <pc:docMk/>
          <pc:sldMk cId="1898197558" sldId="267"/>
        </pc:sldMkLst>
      </pc:sldChg>
      <pc:sldChg chg="del">
        <pc:chgData name="Taibi Gabin" userId="163c3ddc-3afa-49b5-8439-27c751c16697" providerId="ADAL" clId="{997CDD30-79B7-5147-AEAB-1BD52A02CF6E}" dt="2023-12-12T10:15:05.940" v="4" actId="2696"/>
        <pc:sldMkLst>
          <pc:docMk/>
          <pc:sldMk cId="3682035012" sldId="269"/>
        </pc:sldMkLst>
      </pc:sldChg>
      <pc:sldChg chg="del">
        <pc:chgData name="Taibi Gabin" userId="163c3ddc-3afa-49b5-8439-27c751c16697" providerId="ADAL" clId="{997CDD30-79B7-5147-AEAB-1BD52A02CF6E}" dt="2023-12-12T10:15:06.421" v="5" actId="2696"/>
        <pc:sldMkLst>
          <pc:docMk/>
          <pc:sldMk cId="3857928373" sldId="271"/>
        </pc:sldMkLst>
      </pc:sldChg>
      <pc:sldChg chg="del">
        <pc:chgData name="Taibi Gabin" userId="163c3ddc-3afa-49b5-8439-27c751c16697" providerId="ADAL" clId="{997CDD30-79B7-5147-AEAB-1BD52A02CF6E}" dt="2023-12-12T10:15:06.961" v="6" actId="2696"/>
        <pc:sldMkLst>
          <pc:docMk/>
          <pc:sldMk cId="2012241775" sldId="272"/>
        </pc:sldMkLst>
      </pc:sldChg>
      <pc:sldChg chg="del">
        <pc:chgData name="Taibi Gabin" userId="163c3ddc-3afa-49b5-8439-27c751c16697" providerId="ADAL" clId="{997CDD30-79B7-5147-AEAB-1BD52A02CF6E}" dt="2023-12-12T10:15:08.072" v="9" actId="2696"/>
        <pc:sldMkLst>
          <pc:docMk/>
          <pc:sldMk cId="3184432731" sldId="273"/>
        </pc:sldMkLst>
      </pc:sldChg>
      <pc:sldChg chg="modSp del mod">
        <pc:chgData name="Taibi Gabin" userId="163c3ddc-3afa-49b5-8439-27c751c16697" providerId="ADAL" clId="{997CDD30-79B7-5147-AEAB-1BD52A02CF6E}" dt="2023-12-12T13:44:43.323" v="1066" actId="2696"/>
        <pc:sldMkLst>
          <pc:docMk/>
          <pc:sldMk cId="1567296246" sldId="275"/>
        </pc:sldMkLst>
        <pc:spChg chg="mod">
          <ac:chgData name="Taibi Gabin" userId="163c3ddc-3afa-49b5-8439-27c751c16697" providerId="ADAL" clId="{997CDD30-79B7-5147-AEAB-1BD52A02CF6E}" dt="2023-12-12T10:14:55.232" v="0"/>
          <ac:spMkLst>
            <pc:docMk/>
            <pc:sldMk cId="1567296246" sldId="275"/>
            <ac:spMk id="2" creationId="{8B7151DB-E48F-DD2B-6D31-840282F9D433}"/>
          </ac:spMkLst>
        </pc:spChg>
        <pc:spChg chg="mod">
          <ac:chgData name="Taibi Gabin" userId="163c3ddc-3afa-49b5-8439-27c751c16697" providerId="ADAL" clId="{997CDD30-79B7-5147-AEAB-1BD52A02CF6E}" dt="2023-12-12T12:32:42.694" v="614" actId="20577"/>
          <ac:spMkLst>
            <pc:docMk/>
            <pc:sldMk cId="1567296246" sldId="275"/>
            <ac:spMk id="3" creationId="{41E130AC-931E-C49F-CAF5-0D33F7CFE58C}"/>
          </ac:spMkLst>
        </pc:spChg>
        <pc:spChg chg="mod">
          <ac:chgData name="Taibi Gabin" userId="163c3ddc-3afa-49b5-8439-27c751c16697" providerId="ADAL" clId="{997CDD30-79B7-5147-AEAB-1BD52A02CF6E}" dt="2023-12-12T12:32:46.867" v="618" actId="20577"/>
          <ac:spMkLst>
            <pc:docMk/>
            <pc:sldMk cId="1567296246" sldId="275"/>
            <ac:spMk id="4" creationId="{23A0FCE9-C5F6-5DBB-7962-0F717601D07A}"/>
          </ac:spMkLst>
        </pc:spChg>
      </pc:sldChg>
      <pc:sldChg chg="modSp add del mod">
        <pc:chgData name="Taibi Gabin" userId="163c3ddc-3afa-49b5-8439-27c751c16697" providerId="ADAL" clId="{997CDD30-79B7-5147-AEAB-1BD52A02CF6E}" dt="2023-12-12T13:29:08.830" v="725" actId="2696"/>
        <pc:sldMkLst>
          <pc:docMk/>
          <pc:sldMk cId="1083632437" sldId="276"/>
        </pc:sldMkLst>
        <pc:spChg chg="mod">
          <ac:chgData name="Taibi Gabin" userId="163c3ddc-3afa-49b5-8439-27c751c16697" providerId="ADAL" clId="{997CDD30-79B7-5147-AEAB-1BD52A02CF6E}" dt="2023-12-12T12:02:10.101" v="393" actId="20577"/>
          <ac:spMkLst>
            <pc:docMk/>
            <pc:sldMk cId="1083632437" sldId="276"/>
            <ac:spMk id="3" creationId="{67F86130-06B9-2058-7427-9B4F7F404872}"/>
          </ac:spMkLst>
        </pc:spChg>
      </pc:sldChg>
      <pc:sldChg chg="modSp add mod ord">
        <pc:chgData name="Taibi Gabin" userId="163c3ddc-3afa-49b5-8439-27c751c16697" providerId="ADAL" clId="{997CDD30-79B7-5147-AEAB-1BD52A02CF6E}" dt="2023-12-13T12:32:29.673" v="1503" actId="20577"/>
        <pc:sldMkLst>
          <pc:docMk/>
          <pc:sldMk cId="865491538" sldId="277"/>
        </pc:sldMkLst>
        <pc:spChg chg="mod">
          <ac:chgData name="Taibi Gabin" userId="163c3ddc-3afa-49b5-8439-27c751c16697" providerId="ADAL" clId="{997CDD30-79B7-5147-AEAB-1BD52A02CF6E}" dt="2023-12-13T12:32:19.749" v="1492" actId="790"/>
          <ac:spMkLst>
            <pc:docMk/>
            <pc:sldMk cId="865491538" sldId="277"/>
            <ac:spMk id="2" creationId="{4C5559F6-587C-F2F3-B452-57C39A8C94B7}"/>
          </ac:spMkLst>
        </pc:spChg>
        <pc:spChg chg="mod">
          <ac:chgData name="Taibi Gabin" userId="163c3ddc-3afa-49b5-8439-27c751c16697" providerId="ADAL" clId="{997CDD30-79B7-5147-AEAB-1BD52A02CF6E}" dt="2023-12-13T12:32:29.673" v="1503" actId="20577"/>
          <ac:spMkLst>
            <pc:docMk/>
            <pc:sldMk cId="865491538" sldId="277"/>
            <ac:spMk id="3" creationId="{67F86130-06B9-2058-7427-9B4F7F404872}"/>
          </ac:spMkLst>
        </pc:spChg>
      </pc:sldChg>
      <pc:sldChg chg="modSp add mod ord">
        <pc:chgData name="Taibi Gabin" userId="163c3ddc-3afa-49b5-8439-27c751c16697" providerId="ADAL" clId="{997CDD30-79B7-5147-AEAB-1BD52A02CF6E}" dt="2023-12-13T12:31:37.803" v="1467" actId="20577"/>
        <pc:sldMkLst>
          <pc:docMk/>
          <pc:sldMk cId="3520287439" sldId="278"/>
        </pc:sldMkLst>
        <pc:spChg chg="mod">
          <ac:chgData name="Taibi Gabin" userId="163c3ddc-3afa-49b5-8439-27c751c16697" providerId="ADAL" clId="{997CDD30-79B7-5147-AEAB-1BD52A02CF6E}" dt="2023-12-13T12:30:28.859" v="1405" actId="20577"/>
          <ac:spMkLst>
            <pc:docMk/>
            <pc:sldMk cId="3520287439" sldId="278"/>
            <ac:spMk id="2" creationId="{4C5559F6-587C-F2F3-B452-57C39A8C94B7}"/>
          </ac:spMkLst>
        </pc:spChg>
        <pc:spChg chg="mod">
          <ac:chgData name="Taibi Gabin" userId="163c3ddc-3afa-49b5-8439-27c751c16697" providerId="ADAL" clId="{997CDD30-79B7-5147-AEAB-1BD52A02CF6E}" dt="2023-12-13T12:31:37.803" v="1467" actId="20577"/>
          <ac:spMkLst>
            <pc:docMk/>
            <pc:sldMk cId="3520287439" sldId="278"/>
            <ac:spMk id="3" creationId="{67F86130-06B9-2058-7427-9B4F7F404872}"/>
          </ac:spMkLst>
        </pc:spChg>
      </pc:sldChg>
      <pc:sldChg chg="modSp add del mod">
        <pc:chgData name="Taibi Gabin" userId="163c3ddc-3afa-49b5-8439-27c751c16697" providerId="ADAL" clId="{997CDD30-79B7-5147-AEAB-1BD52A02CF6E}" dt="2023-12-13T14:01:18.543" v="2668" actId="2696"/>
        <pc:sldMkLst>
          <pc:docMk/>
          <pc:sldMk cId="4197633137" sldId="279"/>
        </pc:sldMkLst>
        <pc:spChg chg="mod">
          <ac:chgData name="Taibi Gabin" userId="163c3ddc-3afa-49b5-8439-27c751c16697" providerId="ADAL" clId="{997CDD30-79B7-5147-AEAB-1BD52A02CF6E}" dt="2023-12-12T14:02:29.756" v="1216" actId="790"/>
          <ac:spMkLst>
            <pc:docMk/>
            <pc:sldMk cId="4197633137" sldId="279"/>
            <ac:spMk id="3" creationId="{67F86130-06B9-2058-7427-9B4F7F404872}"/>
          </ac:spMkLst>
        </pc:spChg>
      </pc:sldChg>
      <pc:sldChg chg="modSp mod">
        <pc:chgData name="Taibi Gabin" userId="163c3ddc-3afa-49b5-8439-27c751c16697" providerId="ADAL" clId="{997CDD30-79B7-5147-AEAB-1BD52A02CF6E}" dt="2023-12-13T12:57:47.056" v="2165"/>
        <pc:sldMkLst>
          <pc:docMk/>
          <pc:sldMk cId="381116347" sldId="281"/>
        </pc:sldMkLst>
        <pc:spChg chg="mod">
          <ac:chgData name="Taibi Gabin" userId="163c3ddc-3afa-49b5-8439-27c751c16697" providerId="ADAL" clId="{997CDD30-79B7-5147-AEAB-1BD52A02CF6E}" dt="2023-12-13T12:57:47.056" v="2165"/>
          <ac:spMkLst>
            <pc:docMk/>
            <pc:sldMk cId="381116347" sldId="281"/>
            <ac:spMk id="3" creationId="{67F86130-06B9-2058-7427-9B4F7F404872}"/>
          </ac:spMkLst>
        </pc:spChg>
      </pc:sldChg>
      <pc:sldChg chg="modSp mod modNotesTx">
        <pc:chgData name="Taibi Gabin" userId="163c3ddc-3afa-49b5-8439-27c751c16697" providerId="ADAL" clId="{997CDD30-79B7-5147-AEAB-1BD52A02CF6E}" dt="2023-12-13T12:59:02.487" v="2189" actId="20577"/>
        <pc:sldMkLst>
          <pc:docMk/>
          <pc:sldMk cId="1786588051" sldId="282"/>
        </pc:sldMkLst>
        <pc:spChg chg="mod">
          <ac:chgData name="Taibi Gabin" userId="163c3ddc-3afa-49b5-8439-27c751c16697" providerId="ADAL" clId="{997CDD30-79B7-5147-AEAB-1BD52A02CF6E}" dt="2023-12-13T12:34:06.847" v="1573" actId="20577"/>
          <ac:spMkLst>
            <pc:docMk/>
            <pc:sldMk cId="1786588051" sldId="282"/>
            <ac:spMk id="2" creationId="{4C5559F6-587C-F2F3-B452-57C39A8C94B7}"/>
          </ac:spMkLst>
        </pc:spChg>
        <pc:spChg chg="mod">
          <ac:chgData name="Taibi Gabin" userId="163c3ddc-3afa-49b5-8439-27c751c16697" providerId="ADAL" clId="{997CDD30-79B7-5147-AEAB-1BD52A02CF6E}" dt="2023-12-13T12:58:47.396" v="2172" actId="20577"/>
          <ac:spMkLst>
            <pc:docMk/>
            <pc:sldMk cId="1786588051" sldId="282"/>
            <ac:spMk id="3" creationId="{67F86130-06B9-2058-7427-9B4F7F404872}"/>
          </ac:spMkLst>
        </pc:spChg>
      </pc:sldChg>
      <pc:sldChg chg="modSp mod">
        <pc:chgData name="Taibi Gabin" userId="163c3ddc-3afa-49b5-8439-27c751c16697" providerId="ADAL" clId="{997CDD30-79B7-5147-AEAB-1BD52A02CF6E}" dt="2023-12-13T12:53:23.102" v="2030" actId="20577"/>
        <pc:sldMkLst>
          <pc:docMk/>
          <pc:sldMk cId="2925907217" sldId="283"/>
        </pc:sldMkLst>
        <pc:spChg chg="mod">
          <ac:chgData name="Taibi Gabin" userId="163c3ddc-3afa-49b5-8439-27c751c16697" providerId="ADAL" clId="{997CDD30-79B7-5147-AEAB-1BD52A02CF6E}" dt="2023-12-13T12:53:23.102" v="2030" actId="20577"/>
          <ac:spMkLst>
            <pc:docMk/>
            <pc:sldMk cId="2925907217" sldId="283"/>
            <ac:spMk id="3" creationId="{67F86130-06B9-2058-7427-9B4F7F404872}"/>
          </ac:spMkLst>
        </pc:spChg>
      </pc:sldChg>
      <pc:sldChg chg="modSp mod">
        <pc:chgData name="Taibi Gabin" userId="163c3ddc-3afa-49b5-8439-27c751c16697" providerId="ADAL" clId="{997CDD30-79B7-5147-AEAB-1BD52A02CF6E}" dt="2023-12-13T12:57:32.790" v="2164" actId="20577"/>
        <pc:sldMkLst>
          <pc:docMk/>
          <pc:sldMk cId="2010070022" sldId="284"/>
        </pc:sldMkLst>
        <pc:spChg chg="mod">
          <ac:chgData name="Taibi Gabin" userId="163c3ddc-3afa-49b5-8439-27c751c16697" providerId="ADAL" clId="{997CDD30-79B7-5147-AEAB-1BD52A02CF6E}" dt="2023-12-13T12:57:32.790" v="2164" actId="20577"/>
          <ac:spMkLst>
            <pc:docMk/>
            <pc:sldMk cId="2010070022" sldId="284"/>
            <ac:spMk id="3" creationId="{67F86130-06B9-2058-7427-9B4F7F404872}"/>
          </ac:spMkLst>
        </pc:spChg>
      </pc:sldChg>
      <pc:sldChg chg="modSp mod">
        <pc:chgData name="Taibi Gabin" userId="163c3ddc-3afa-49b5-8439-27c751c16697" providerId="ADAL" clId="{997CDD30-79B7-5147-AEAB-1BD52A02CF6E}" dt="2023-12-13T13:53:39.961" v="2663" actId="20577"/>
        <pc:sldMkLst>
          <pc:docMk/>
          <pc:sldMk cId="2951843036" sldId="285"/>
        </pc:sldMkLst>
        <pc:spChg chg="mod">
          <ac:chgData name="Taibi Gabin" userId="163c3ddc-3afa-49b5-8439-27c751c16697" providerId="ADAL" clId="{997CDD30-79B7-5147-AEAB-1BD52A02CF6E}" dt="2023-12-13T13:53:39.961" v="2663" actId="20577"/>
          <ac:spMkLst>
            <pc:docMk/>
            <pc:sldMk cId="2951843036" sldId="285"/>
            <ac:spMk id="3" creationId="{3DC1F632-328D-FCD0-1AEA-BC5C0C346F9C}"/>
          </ac:spMkLst>
        </pc:spChg>
      </pc:sldChg>
      <pc:sldChg chg="add del">
        <pc:chgData name="Taibi Gabin" userId="163c3ddc-3afa-49b5-8439-27c751c16697" providerId="ADAL" clId="{997CDD30-79B7-5147-AEAB-1BD52A02CF6E}" dt="2023-12-13T13:00:25.773" v="2195" actId="2696"/>
        <pc:sldMkLst>
          <pc:docMk/>
          <pc:sldMk cId="1695241260" sldId="286"/>
        </pc:sldMkLst>
      </pc:sldChg>
      <pc:sldChg chg="add del">
        <pc:chgData name="Taibi Gabin" userId="163c3ddc-3afa-49b5-8439-27c751c16697" providerId="ADAL" clId="{997CDD30-79B7-5147-AEAB-1BD52A02CF6E}" dt="2023-12-13T13:33:48.278" v="2330" actId="2696"/>
        <pc:sldMkLst>
          <pc:docMk/>
          <pc:sldMk cId="3204135048" sldId="286"/>
        </pc:sldMkLst>
      </pc:sldChg>
      <pc:sldChg chg="modSp add mod">
        <pc:chgData name="Taibi Gabin" userId="163c3ddc-3afa-49b5-8439-27c751c16697" providerId="ADAL" clId="{997CDD30-79B7-5147-AEAB-1BD52A02CF6E}" dt="2023-12-13T13:53:46.741" v="2667" actId="20577"/>
        <pc:sldMkLst>
          <pc:docMk/>
          <pc:sldMk cId="3598201591" sldId="286"/>
        </pc:sldMkLst>
        <pc:spChg chg="mod">
          <ac:chgData name="Taibi Gabin" userId="163c3ddc-3afa-49b5-8439-27c751c16697" providerId="ADAL" clId="{997CDD30-79B7-5147-AEAB-1BD52A02CF6E}" dt="2023-12-13T13:53:46.741" v="2667" actId="20577"/>
          <ac:spMkLst>
            <pc:docMk/>
            <pc:sldMk cId="3598201591" sldId="286"/>
            <ac:spMk id="3" creationId="{3DC1F632-328D-FCD0-1AEA-BC5C0C346F9C}"/>
          </ac:spMkLst>
        </pc:spChg>
      </pc:sldChg>
      <pc:sldChg chg="del">
        <pc:chgData name="Taibi Gabin" userId="163c3ddc-3afa-49b5-8439-27c751c16697" providerId="ADAL" clId="{997CDD30-79B7-5147-AEAB-1BD52A02CF6E}" dt="2023-12-12T10:15:04.295" v="2" actId="2696"/>
        <pc:sldMkLst>
          <pc:docMk/>
          <pc:sldMk cId="1192414402" sldId="287"/>
        </pc:sldMkLst>
      </pc:sldChg>
      <pc:sldChg chg="add del">
        <pc:chgData name="Taibi Gabin" userId="163c3ddc-3afa-49b5-8439-27c751c16697" providerId="ADAL" clId="{997CDD30-79B7-5147-AEAB-1BD52A02CF6E}" dt="2023-12-13T13:33:48.289" v="2331" actId="2696"/>
        <pc:sldMkLst>
          <pc:docMk/>
          <pc:sldMk cId="1565253024" sldId="287"/>
        </pc:sldMkLst>
      </pc:sldChg>
      <pc:sldChg chg="add del">
        <pc:chgData name="Taibi Gabin" userId="163c3ddc-3afa-49b5-8439-27c751c16697" providerId="ADAL" clId="{997CDD30-79B7-5147-AEAB-1BD52A02CF6E}" dt="2023-12-13T13:00:25.773" v="2195" actId="2696"/>
        <pc:sldMkLst>
          <pc:docMk/>
          <pc:sldMk cId="1594322818" sldId="287"/>
        </pc:sldMkLst>
      </pc:sldChg>
      <pc:sldChg chg="add del">
        <pc:chgData name="Taibi Gabin" userId="163c3ddc-3afa-49b5-8439-27c751c16697" providerId="ADAL" clId="{997CDD30-79B7-5147-AEAB-1BD52A02CF6E}" dt="2023-12-13T13:00:25.773" v="2195" actId="2696"/>
        <pc:sldMkLst>
          <pc:docMk/>
          <pc:sldMk cId="1845740697" sldId="288"/>
        </pc:sldMkLst>
      </pc:sldChg>
      <pc:sldChg chg="add del">
        <pc:chgData name="Taibi Gabin" userId="163c3ddc-3afa-49b5-8439-27c751c16697" providerId="ADAL" clId="{997CDD30-79B7-5147-AEAB-1BD52A02CF6E}" dt="2023-12-13T13:33:48.293" v="2332" actId="2696"/>
        <pc:sldMkLst>
          <pc:docMk/>
          <pc:sldMk cId="3460095026" sldId="288"/>
        </pc:sldMkLst>
      </pc:sldChg>
      <pc:sldChg chg="del">
        <pc:chgData name="Taibi Gabin" userId="163c3ddc-3afa-49b5-8439-27c751c16697" providerId="ADAL" clId="{997CDD30-79B7-5147-AEAB-1BD52A02CF6E}" dt="2023-12-12T10:15:05.427" v="3" actId="2696"/>
        <pc:sldMkLst>
          <pc:docMk/>
          <pc:sldMk cId="4204945248" sldId="288"/>
        </pc:sldMkLst>
      </pc:sldChg>
    </pc:docChg>
  </pc:docChgLst>
  <pc:docChgLst>
    <pc:chgData name="Osterrieder Jörg Robert" userId="S::odj1@bfh.ch::6cfd4ff7-ff91-433f-a57d-cf57177766e5" providerId="AD" clId="Web-{E5F1E176-1D0F-2E97-2819-973E763AA950}"/>
    <pc:docChg chg="modSld">
      <pc:chgData name="Osterrieder Jörg Robert" userId="S::odj1@bfh.ch::6cfd4ff7-ff91-433f-a57d-cf57177766e5" providerId="AD" clId="Web-{E5F1E176-1D0F-2E97-2819-973E763AA950}" dt="2023-12-12T16:05:54.924" v="112" actId="20577"/>
      <pc:docMkLst>
        <pc:docMk/>
      </pc:docMkLst>
      <pc:sldChg chg="modSp">
        <pc:chgData name="Osterrieder Jörg Robert" userId="S::odj1@bfh.ch::6cfd4ff7-ff91-433f-a57d-cf57177766e5" providerId="AD" clId="Web-{E5F1E176-1D0F-2E97-2819-973E763AA950}" dt="2023-12-12T16:03:49.406" v="3" actId="20577"/>
        <pc:sldMkLst>
          <pc:docMk/>
          <pc:sldMk cId="2971499719" sldId="258"/>
        </pc:sldMkLst>
        <pc:spChg chg="mod">
          <ac:chgData name="Osterrieder Jörg Robert" userId="S::odj1@bfh.ch::6cfd4ff7-ff91-433f-a57d-cf57177766e5" providerId="AD" clId="Web-{E5F1E176-1D0F-2E97-2819-973E763AA950}" dt="2023-12-12T16:03:49.406" v="3" actId="20577"/>
          <ac:spMkLst>
            <pc:docMk/>
            <pc:sldMk cId="2971499719" sldId="258"/>
            <ac:spMk id="3" creationId="{67F86130-06B9-2058-7427-9B4F7F404872}"/>
          </ac:spMkLst>
        </pc:spChg>
      </pc:sldChg>
      <pc:sldChg chg="modSp">
        <pc:chgData name="Osterrieder Jörg Robert" userId="S::odj1@bfh.ch::6cfd4ff7-ff91-433f-a57d-cf57177766e5" providerId="AD" clId="Web-{E5F1E176-1D0F-2E97-2819-973E763AA950}" dt="2023-12-12T16:05:54.924" v="112" actId="20577"/>
        <pc:sldMkLst>
          <pc:docMk/>
          <pc:sldMk cId="1786588051" sldId="282"/>
        </pc:sldMkLst>
        <pc:spChg chg="mod">
          <ac:chgData name="Osterrieder Jörg Robert" userId="S::odj1@bfh.ch::6cfd4ff7-ff91-433f-a57d-cf57177766e5" providerId="AD" clId="Web-{E5F1E176-1D0F-2E97-2819-973E763AA950}" dt="2023-12-12T16:04:12.516" v="18" actId="20577"/>
          <ac:spMkLst>
            <pc:docMk/>
            <pc:sldMk cId="1786588051" sldId="282"/>
            <ac:spMk id="2" creationId="{4C5559F6-587C-F2F3-B452-57C39A8C94B7}"/>
          </ac:spMkLst>
        </pc:spChg>
        <pc:spChg chg="mod">
          <ac:chgData name="Osterrieder Jörg Robert" userId="S::odj1@bfh.ch::6cfd4ff7-ff91-433f-a57d-cf57177766e5" providerId="AD" clId="Web-{E5F1E176-1D0F-2E97-2819-973E763AA950}" dt="2023-12-12T16:05:54.924" v="112" actId="20577"/>
          <ac:spMkLst>
            <pc:docMk/>
            <pc:sldMk cId="1786588051" sldId="282"/>
            <ac:spMk id="3" creationId="{67F86130-06B9-2058-7427-9B4F7F404872}"/>
          </ac:spMkLst>
        </pc:spChg>
      </pc:sldChg>
    </pc:docChg>
  </pc:docChgLst>
  <pc:docChgLst>
    <pc:chgData name="Osterrieder Jörg Robert" userId="6cfd4ff7-ff91-433f-a57d-cf57177766e5" providerId="ADAL" clId="{C5D0FA31-B606-4AD9-A78A-516CE85EB62C}"/>
    <pc:docChg chg="undo redo custSel addSld delSld modSld sldOrd">
      <pc:chgData name="Osterrieder Jörg Robert" userId="6cfd4ff7-ff91-433f-a57d-cf57177766e5" providerId="ADAL" clId="{C5D0FA31-B606-4AD9-A78A-516CE85EB62C}" dt="2023-12-12T16:14:51.026" v="1018" actId="20577"/>
      <pc:docMkLst>
        <pc:docMk/>
      </pc:docMkLst>
      <pc:sldChg chg="modSp mod">
        <pc:chgData name="Osterrieder Jörg Robert" userId="6cfd4ff7-ff91-433f-a57d-cf57177766e5" providerId="ADAL" clId="{C5D0FA31-B606-4AD9-A78A-516CE85EB62C}" dt="2023-12-12T15:52:35.361" v="117" actId="20577"/>
        <pc:sldMkLst>
          <pc:docMk/>
          <pc:sldMk cId="340905442" sldId="256"/>
        </pc:sldMkLst>
        <pc:spChg chg="mod">
          <ac:chgData name="Osterrieder Jörg Robert" userId="6cfd4ff7-ff91-433f-a57d-cf57177766e5" providerId="ADAL" clId="{C5D0FA31-B606-4AD9-A78A-516CE85EB62C}" dt="2023-12-12T15:52:30.022" v="96" actId="20577"/>
          <ac:spMkLst>
            <pc:docMk/>
            <pc:sldMk cId="340905442" sldId="256"/>
            <ac:spMk id="2" creationId="{C1A3C39F-FCB6-8395-97D6-430C06CCABBE}"/>
          </ac:spMkLst>
        </pc:spChg>
        <pc:spChg chg="mod">
          <ac:chgData name="Osterrieder Jörg Robert" userId="6cfd4ff7-ff91-433f-a57d-cf57177766e5" providerId="ADAL" clId="{C5D0FA31-B606-4AD9-A78A-516CE85EB62C}" dt="2023-12-12T15:52:35.361" v="117" actId="20577"/>
          <ac:spMkLst>
            <pc:docMk/>
            <pc:sldMk cId="340905442" sldId="256"/>
            <ac:spMk id="3" creationId="{8299942B-6590-A79B-A67E-4F3487C87345}"/>
          </ac:spMkLst>
        </pc:spChg>
      </pc:sldChg>
      <pc:sldChg chg="modSp mod">
        <pc:chgData name="Osterrieder Jörg Robert" userId="6cfd4ff7-ff91-433f-a57d-cf57177766e5" providerId="ADAL" clId="{C5D0FA31-B606-4AD9-A78A-516CE85EB62C}" dt="2023-12-12T16:01:11.477" v="632" actId="113"/>
        <pc:sldMkLst>
          <pc:docMk/>
          <pc:sldMk cId="2971499719" sldId="258"/>
        </pc:sldMkLst>
        <pc:spChg chg="mod">
          <ac:chgData name="Osterrieder Jörg Robert" userId="6cfd4ff7-ff91-433f-a57d-cf57177766e5" providerId="ADAL" clId="{C5D0FA31-B606-4AD9-A78A-516CE85EB62C}" dt="2023-12-12T15:57:38.927" v="487" actId="113"/>
          <ac:spMkLst>
            <pc:docMk/>
            <pc:sldMk cId="2971499719" sldId="258"/>
            <ac:spMk id="2" creationId="{4C5559F6-587C-F2F3-B452-57C39A8C94B7}"/>
          </ac:spMkLst>
        </pc:spChg>
        <pc:spChg chg="mod">
          <ac:chgData name="Osterrieder Jörg Robert" userId="6cfd4ff7-ff91-433f-a57d-cf57177766e5" providerId="ADAL" clId="{C5D0FA31-B606-4AD9-A78A-516CE85EB62C}" dt="2023-12-12T16:01:11.477" v="632" actId="113"/>
          <ac:spMkLst>
            <pc:docMk/>
            <pc:sldMk cId="2971499719" sldId="258"/>
            <ac:spMk id="3" creationId="{67F86130-06B9-2058-7427-9B4F7F404872}"/>
          </ac:spMkLst>
        </pc:spChg>
      </pc:sldChg>
      <pc:sldChg chg="del">
        <pc:chgData name="Osterrieder Jörg Robert" userId="6cfd4ff7-ff91-433f-a57d-cf57177766e5" providerId="ADAL" clId="{C5D0FA31-B606-4AD9-A78A-516CE85EB62C}" dt="2023-12-12T15:52:46.075" v="118" actId="47"/>
        <pc:sldMkLst>
          <pc:docMk/>
          <pc:sldMk cId="3448827855" sldId="264"/>
        </pc:sldMkLst>
      </pc:sldChg>
      <pc:sldChg chg="modSp mod ord">
        <pc:chgData name="Osterrieder Jörg Robert" userId="6cfd4ff7-ff91-433f-a57d-cf57177766e5" providerId="ADAL" clId="{C5D0FA31-B606-4AD9-A78A-516CE85EB62C}" dt="2023-12-12T15:59:06.127" v="529"/>
        <pc:sldMkLst>
          <pc:docMk/>
          <pc:sldMk cId="3520287439" sldId="278"/>
        </pc:sldMkLst>
        <pc:spChg chg="mod">
          <ac:chgData name="Osterrieder Jörg Robert" userId="6cfd4ff7-ff91-433f-a57d-cf57177766e5" providerId="ADAL" clId="{C5D0FA31-B606-4AD9-A78A-516CE85EB62C}" dt="2023-12-12T15:53:02.706" v="152" actId="20577"/>
          <ac:spMkLst>
            <pc:docMk/>
            <pc:sldMk cId="3520287439" sldId="278"/>
            <ac:spMk id="2" creationId="{4C5559F6-587C-F2F3-B452-57C39A8C94B7}"/>
          </ac:spMkLst>
        </pc:spChg>
        <pc:spChg chg="mod">
          <ac:chgData name="Osterrieder Jörg Robert" userId="6cfd4ff7-ff91-433f-a57d-cf57177766e5" providerId="ADAL" clId="{C5D0FA31-B606-4AD9-A78A-516CE85EB62C}" dt="2023-12-12T15:51:31.089" v="48" actId="20577"/>
          <ac:spMkLst>
            <pc:docMk/>
            <pc:sldMk cId="3520287439" sldId="278"/>
            <ac:spMk id="3" creationId="{67F86130-06B9-2058-7427-9B4F7F404872}"/>
          </ac:spMkLst>
        </pc:spChg>
      </pc:sldChg>
      <pc:sldChg chg="modSp new mod">
        <pc:chgData name="Osterrieder Jörg Robert" userId="6cfd4ff7-ff91-433f-a57d-cf57177766e5" providerId="ADAL" clId="{C5D0FA31-B606-4AD9-A78A-516CE85EB62C}" dt="2023-12-12T15:55:42.933" v="406" actId="20577"/>
        <pc:sldMkLst>
          <pc:docMk/>
          <pc:sldMk cId="2778170873" sldId="280"/>
        </pc:sldMkLst>
        <pc:spChg chg="mod">
          <ac:chgData name="Osterrieder Jörg Robert" userId="6cfd4ff7-ff91-433f-a57d-cf57177766e5" providerId="ADAL" clId="{C5D0FA31-B606-4AD9-A78A-516CE85EB62C}" dt="2023-12-12T15:55:42.933" v="406" actId="20577"/>
          <ac:spMkLst>
            <pc:docMk/>
            <pc:sldMk cId="2778170873" sldId="280"/>
            <ac:spMk id="2" creationId="{F51E07E1-EB85-90F8-C94F-248FF39D3D72}"/>
          </ac:spMkLst>
        </pc:spChg>
      </pc:sldChg>
      <pc:sldChg chg="modSp add mod">
        <pc:chgData name="Osterrieder Jörg Robert" userId="6cfd4ff7-ff91-433f-a57d-cf57177766e5" providerId="ADAL" clId="{C5D0FA31-B606-4AD9-A78A-516CE85EB62C}" dt="2023-12-12T16:00:51.610" v="629" actId="20577"/>
        <pc:sldMkLst>
          <pc:docMk/>
          <pc:sldMk cId="381116347" sldId="281"/>
        </pc:sldMkLst>
        <pc:spChg chg="mod">
          <ac:chgData name="Osterrieder Jörg Robert" userId="6cfd4ff7-ff91-433f-a57d-cf57177766e5" providerId="ADAL" clId="{C5D0FA31-B606-4AD9-A78A-516CE85EB62C}" dt="2023-12-12T16:00:36.760" v="627" actId="20577"/>
          <ac:spMkLst>
            <pc:docMk/>
            <pc:sldMk cId="381116347" sldId="281"/>
            <ac:spMk id="2" creationId="{4C5559F6-587C-F2F3-B452-57C39A8C94B7}"/>
          </ac:spMkLst>
        </pc:spChg>
        <pc:spChg chg="mod">
          <ac:chgData name="Osterrieder Jörg Robert" userId="6cfd4ff7-ff91-433f-a57d-cf57177766e5" providerId="ADAL" clId="{C5D0FA31-B606-4AD9-A78A-516CE85EB62C}" dt="2023-12-12T16:00:51.610" v="629" actId="20577"/>
          <ac:spMkLst>
            <pc:docMk/>
            <pc:sldMk cId="381116347" sldId="281"/>
            <ac:spMk id="3" creationId="{67F86130-06B9-2058-7427-9B4F7F404872}"/>
          </ac:spMkLst>
        </pc:spChg>
      </pc:sldChg>
      <pc:sldChg chg="modSp add mod">
        <pc:chgData name="Osterrieder Jörg Robert" userId="6cfd4ff7-ff91-433f-a57d-cf57177766e5" providerId="ADAL" clId="{C5D0FA31-B606-4AD9-A78A-516CE85EB62C}" dt="2023-12-12T16:08:16.581" v="684" actId="20577"/>
        <pc:sldMkLst>
          <pc:docMk/>
          <pc:sldMk cId="1786588051" sldId="282"/>
        </pc:sldMkLst>
        <pc:spChg chg="mod">
          <ac:chgData name="Osterrieder Jörg Robert" userId="6cfd4ff7-ff91-433f-a57d-cf57177766e5" providerId="ADAL" clId="{C5D0FA31-B606-4AD9-A78A-516CE85EB62C}" dt="2023-12-12T16:08:09.450" v="681" actId="20577"/>
          <ac:spMkLst>
            <pc:docMk/>
            <pc:sldMk cId="1786588051" sldId="282"/>
            <ac:spMk id="2" creationId="{4C5559F6-587C-F2F3-B452-57C39A8C94B7}"/>
          </ac:spMkLst>
        </pc:spChg>
        <pc:spChg chg="mod">
          <ac:chgData name="Osterrieder Jörg Robert" userId="6cfd4ff7-ff91-433f-a57d-cf57177766e5" providerId="ADAL" clId="{C5D0FA31-B606-4AD9-A78A-516CE85EB62C}" dt="2023-12-12T16:08:16.581" v="684" actId="20577"/>
          <ac:spMkLst>
            <pc:docMk/>
            <pc:sldMk cId="1786588051" sldId="282"/>
            <ac:spMk id="3" creationId="{67F86130-06B9-2058-7427-9B4F7F404872}"/>
          </ac:spMkLst>
        </pc:spChg>
      </pc:sldChg>
      <pc:sldChg chg="modSp add mod">
        <pc:chgData name="Osterrieder Jörg Robert" userId="6cfd4ff7-ff91-433f-a57d-cf57177766e5" providerId="ADAL" clId="{C5D0FA31-B606-4AD9-A78A-516CE85EB62C}" dt="2023-12-12T15:59:28.446" v="568" actId="21"/>
        <pc:sldMkLst>
          <pc:docMk/>
          <pc:sldMk cId="2925907217" sldId="283"/>
        </pc:sldMkLst>
        <pc:spChg chg="mod">
          <ac:chgData name="Osterrieder Jörg Robert" userId="6cfd4ff7-ff91-433f-a57d-cf57177766e5" providerId="ADAL" clId="{C5D0FA31-B606-4AD9-A78A-516CE85EB62C}" dt="2023-12-12T15:57:27.067" v="482" actId="20577"/>
          <ac:spMkLst>
            <pc:docMk/>
            <pc:sldMk cId="2925907217" sldId="283"/>
            <ac:spMk id="2" creationId="{4C5559F6-587C-F2F3-B452-57C39A8C94B7}"/>
          </ac:spMkLst>
        </pc:spChg>
        <pc:spChg chg="mod">
          <ac:chgData name="Osterrieder Jörg Robert" userId="6cfd4ff7-ff91-433f-a57d-cf57177766e5" providerId="ADAL" clId="{C5D0FA31-B606-4AD9-A78A-516CE85EB62C}" dt="2023-12-12T15:59:28.446" v="568" actId="21"/>
          <ac:spMkLst>
            <pc:docMk/>
            <pc:sldMk cId="2925907217" sldId="283"/>
            <ac:spMk id="3" creationId="{67F86130-06B9-2058-7427-9B4F7F404872}"/>
          </ac:spMkLst>
        </pc:spChg>
      </pc:sldChg>
      <pc:sldChg chg="modSp add mod">
        <pc:chgData name="Osterrieder Jörg Robert" userId="6cfd4ff7-ff91-433f-a57d-cf57177766e5" providerId="ADAL" clId="{C5D0FA31-B606-4AD9-A78A-516CE85EB62C}" dt="2023-12-12T16:10:34.676" v="726" actId="20577"/>
        <pc:sldMkLst>
          <pc:docMk/>
          <pc:sldMk cId="2010070022" sldId="284"/>
        </pc:sldMkLst>
        <pc:spChg chg="mod">
          <ac:chgData name="Osterrieder Jörg Robert" userId="6cfd4ff7-ff91-433f-a57d-cf57177766e5" providerId="ADAL" clId="{C5D0FA31-B606-4AD9-A78A-516CE85EB62C}" dt="2023-12-12T16:01:24.523" v="633" actId="20577"/>
          <ac:spMkLst>
            <pc:docMk/>
            <pc:sldMk cId="2010070022" sldId="284"/>
            <ac:spMk id="2" creationId="{4C5559F6-587C-F2F3-B452-57C39A8C94B7}"/>
          </ac:spMkLst>
        </pc:spChg>
        <pc:spChg chg="mod">
          <ac:chgData name="Osterrieder Jörg Robert" userId="6cfd4ff7-ff91-433f-a57d-cf57177766e5" providerId="ADAL" clId="{C5D0FA31-B606-4AD9-A78A-516CE85EB62C}" dt="2023-12-12T16:10:34.676" v="726" actId="20577"/>
          <ac:spMkLst>
            <pc:docMk/>
            <pc:sldMk cId="2010070022" sldId="284"/>
            <ac:spMk id="3" creationId="{67F86130-06B9-2058-7427-9B4F7F404872}"/>
          </ac:spMkLst>
        </pc:spChg>
      </pc:sldChg>
      <pc:sldChg chg="modSp new mod">
        <pc:chgData name="Osterrieder Jörg Robert" userId="6cfd4ff7-ff91-433f-a57d-cf57177766e5" providerId="ADAL" clId="{C5D0FA31-B606-4AD9-A78A-516CE85EB62C}" dt="2023-12-12T16:14:51.026" v="1018" actId="20577"/>
        <pc:sldMkLst>
          <pc:docMk/>
          <pc:sldMk cId="2951843036" sldId="285"/>
        </pc:sldMkLst>
        <pc:spChg chg="mod">
          <ac:chgData name="Osterrieder Jörg Robert" userId="6cfd4ff7-ff91-433f-a57d-cf57177766e5" providerId="ADAL" clId="{C5D0FA31-B606-4AD9-A78A-516CE85EB62C}" dt="2023-12-12T16:07:51.139" v="660" actId="20577"/>
          <ac:spMkLst>
            <pc:docMk/>
            <pc:sldMk cId="2951843036" sldId="285"/>
            <ac:spMk id="2" creationId="{57EB3FA0-E6EA-F78C-9458-3FC8F07EEB8C}"/>
          </ac:spMkLst>
        </pc:spChg>
        <pc:spChg chg="mod">
          <ac:chgData name="Osterrieder Jörg Robert" userId="6cfd4ff7-ff91-433f-a57d-cf57177766e5" providerId="ADAL" clId="{C5D0FA31-B606-4AD9-A78A-516CE85EB62C}" dt="2023-12-12T16:14:51.026" v="1018" actId="20577"/>
          <ac:spMkLst>
            <pc:docMk/>
            <pc:sldMk cId="2951843036" sldId="285"/>
            <ac:spMk id="3" creationId="{3DC1F632-328D-FCD0-1AEA-BC5C0C346F9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7D7B16-FF7B-4828-B988-3C0C90FE8F30}" type="datetimeFigureOut">
              <a:rPr lang="en-US" smtClean="0"/>
              <a:t>12/13/23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8276EA-167F-49FB-B871-48394B1E2161}" type="slidenum">
              <a:rPr lang="en-US" smtClean="0"/>
              <a:t>‹#›</a:t>
            </a:fld>
            <a:endParaRPr lang="en-US"/>
          </a:p>
        </p:txBody>
      </p:sp>
    </p:spTree>
    <p:extLst>
      <p:ext uri="{BB962C8B-B14F-4D97-AF65-F5344CB8AC3E}">
        <p14:creationId xmlns:p14="http://schemas.microsoft.com/office/powerpoint/2010/main" val="598541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a:p>
        </p:txBody>
      </p:sp>
      <p:sp>
        <p:nvSpPr>
          <p:cNvPr id="4" name="Slide Number Placeholder 3"/>
          <p:cNvSpPr>
            <a:spLocks noGrp="1"/>
          </p:cNvSpPr>
          <p:nvPr>
            <p:ph type="sldNum" sz="quarter" idx="5"/>
          </p:nvPr>
        </p:nvSpPr>
        <p:spPr/>
        <p:txBody>
          <a:bodyPr/>
          <a:lstStyle/>
          <a:p>
            <a:fld id="{D28276EA-167F-49FB-B871-48394B1E2161}" type="slidenum">
              <a:rPr lang="en-US" smtClean="0"/>
              <a:t>1</a:t>
            </a:fld>
            <a:endParaRPr lang="en-US"/>
          </a:p>
        </p:txBody>
      </p:sp>
    </p:spTree>
    <p:extLst>
      <p:ext uri="{BB962C8B-B14F-4D97-AF65-F5344CB8AC3E}">
        <p14:creationId xmlns:p14="http://schemas.microsoft.com/office/powerpoint/2010/main" val="33258761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a:p>
        </p:txBody>
      </p:sp>
      <p:sp>
        <p:nvSpPr>
          <p:cNvPr id="4" name="Slide Number Placeholder 3"/>
          <p:cNvSpPr>
            <a:spLocks noGrp="1"/>
          </p:cNvSpPr>
          <p:nvPr>
            <p:ph type="sldNum" sz="quarter" idx="5"/>
          </p:nvPr>
        </p:nvSpPr>
        <p:spPr/>
        <p:txBody>
          <a:bodyPr/>
          <a:lstStyle/>
          <a:p>
            <a:fld id="{D28276EA-167F-49FB-B871-48394B1E2161}" type="slidenum">
              <a:rPr lang="en-US" smtClean="0"/>
              <a:t>2</a:t>
            </a:fld>
            <a:endParaRPr lang="en-US"/>
          </a:p>
        </p:txBody>
      </p:sp>
    </p:spTree>
    <p:extLst>
      <p:ext uri="{BB962C8B-B14F-4D97-AF65-F5344CB8AC3E}">
        <p14:creationId xmlns:p14="http://schemas.microsoft.com/office/powerpoint/2010/main" val="18666835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a:p>
        </p:txBody>
      </p:sp>
      <p:sp>
        <p:nvSpPr>
          <p:cNvPr id="4" name="Slide Number Placeholder 3"/>
          <p:cNvSpPr>
            <a:spLocks noGrp="1"/>
          </p:cNvSpPr>
          <p:nvPr>
            <p:ph type="sldNum" sz="quarter" idx="5"/>
          </p:nvPr>
        </p:nvSpPr>
        <p:spPr/>
        <p:txBody>
          <a:bodyPr/>
          <a:lstStyle/>
          <a:p>
            <a:fld id="{D28276EA-167F-49FB-B871-48394B1E2161}" type="slidenum">
              <a:rPr lang="en-US" smtClean="0"/>
              <a:t>3</a:t>
            </a:fld>
            <a:endParaRPr lang="en-US"/>
          </a:p>
        </p:txBody>
      </p:sp>
    </p:spTree>
    <p:extLst>
      <p:ext uri="{BB962C8B-B14F-4D97-AF65-F5344CB8AC3E}">
        <p14:creationId xmlns:p14="http://schemas.microsoft.com/office/powerpoint/2010/main" val="39597185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a:p>
        </p:txBody>
      </p:sp>
      <p:sp>
        <p:nvSpPr>
          <p:cNvPr id="4" name="Slide Number Placeholder 3"/>
          <p:cNvSpPr>
            <a:spLocks noGrp="1"/>
          </p:cNvSpPr>
          <p:nvPr>
            <p:ph type="sldNum" sz="quarter" idx="5"/>
          </p:nvPr>
        </p:nvSpPr>
        <p:spPr/>
        <p:txBody>
          <a:bodyPr/>
          <a:lstStyle/>
          <a:p>
            <a:fld id="{D28276EA-167F-49FB-B871-48394B1E2161}" type="slidenum">
              <a:rPr lang="en-US" smtClean="0"/>
              <a:t>4</a:t>
            </a:fld>
            <a:endParaRPr lang="en-US"/>
          </a:p>
        </p:txBody>
      </p:sp>
    </p:spTree>
    <p:extLst>
      <p:ext uri="{BB962C8B-B14F-4D97-AF65-F5344CB8AC3E}">
        <p14:creationId xmlns:p14="http://schemas.microsoft.com/office/powerpoint/2010/main" val="34119032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a:p>
        </p:txBody>
      </p:sp>
      <p:sp>
        <p:nvSpPr>
          <p:cNvPr id="4" name="Slide Number Placeholder 3"/>
          <p:cNvSpPr>
            <a:spLocks noGrp="1"/>
          </p:cNvSpPr>
          <p:nvPr>
            <p:ph type="sldNum" sz="quarter" idx="5"/>
          </p:nvPr>
        </p:nvSpPr>
        <p:spPr/>
        <p:txBody>
          <a:bodyPr/>
          <a:lstStyle/>
          <a:p>
            <a:fld id="{D28276EA-167F-49FB-B871-48394B1E2161}" type="slidenum">
              <a:rPr lang="en-US" smtClean="0"/>
              <a:t>5</a:t>
            </a:fld>
            <a:endParaRPr lang="en-US"/>
          </a:p>
        </p:txBody>
      </p:sp>
    </p:spTree>
    <p:extLst>
      <p:ext uri="{BB962C8B-B14F-4D97-AF65-F5344CB8AC3E}">
        <p14:creationId xmlns:p14="http://schemas.microsoft.com/office/powerpoint/2010/main" val="4152318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a:t>* To be checked</a:t>
            </a:r>
          </a:p>
        </p:txBody>
      </p:sp>
      <p:sp>
        <p:nvSpPr>
          <p:cNvPr id="4" name="Slide Number Placeholder 3"/>
          <p:cNvSpPr>
            <a:spLocks noGrp="1"/>
          </p:cNvSpPr>
          <p:nvPr>
            <p:ph type="sldNum" sz="quarter" idx="5"/>
          </p:nvPr>
        </p:nvSpPr>
        <p:spPr/>
        <p:txBody>
          <a:bodyPr/>
          <a:lstStyle/>
          <a:p>
            <a:fld id="{D28276EA-167F-49FB-B871-48394B1E2161}" type="slidenum">
              <a:rPr lang="en-US" smtClean="0"/>
              <a:t>6</a:t>
            </a:fld>
            <a:endParaRPr lang="en-US"/>
          </a:p>
        </p:txBody>
      </p:sp>
    </p:spTree>
    <p:extLst>
      <p:ext uri="{BB962C8B-B14F-4D97-AF65-F5344CB8AC3E}">
        <p14:creationId xmlns:p14="http://schemas.microsoft.com/office/powerpoint/2010/main" val="40765923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a:p>
        </p:txBody>
      </p:sp>
      <p:sp>
        <p:nvSpPr>
          <p:cNvPr id="4" name="Slide Number Placeholder 3"/>
          <p:cNvSpPr>
            <a:spLocks noGrp="1"/>
          </p:cNvSpPr>
          <p:nvPr>
            <p:ph type="sldNum" sz="quarter" idx="5"/>
          </p:nvPr>
        </p:nvSpPr>
        <p:spPr/>
        <p:txBody>
          <a:bodyPr/>
          <a:lstStyle/>
          <a:p>
            <a:fld id="{D28276EA-167F-49FB-B871-48394B1E2161}" type="slidenum">
              <a:rPr lang="en-US" smtClean="0"/>
              <a:t>10</a:t>
            </a:fld>
            <a:endParaRPr lang="en-US"/>
          </a:p>
        </p:txBody>
      </p:sp>
    </p:spTree>
    <p:extLst>
      <p:ext uri="{BB962C8B-B14F-4D97-AF65-F5344CB8AC3E}">
        <p14:creationId xmlns:p14="http://schemas.microsoft.com/office/powerpoint/2010/main" val="25080562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a:p>
        </p:txBody>
      </p:sp>
      <p:sp>
        <p:nvSpPr>
          <p:cNvPr id="4" name="Slide Number Placeholder 3"/>
          <p:cNvSpPr>
            <a:spLocks noGrp="1"/>
          </p:cNvSpPr>
          <p:nvPr>
            <p:ph type="sldNum" sz="quarter" idx="5"/>
          </p:nvPr>
        </p:nvSpPr>
        <p:spPr/>
        <p:txBody>
          <a:bodyPr/>
          <a:lstStyle/>
          <a:p>
            <a:fld id="{D28276EA-167F-49FB-B871-48394B1E2161}" type="slidenum">
              <a:rPr lang="en-US" smtClean="0"/>
              <a:t>11</a:t>
            </a:fld>
            <a:endParaRPr lang="en-US"/>
          </a:p>
        </p:txBody>
      </p:sp>
    </p:spTree>
    <p:extLst>
      <p:ext uri="{BB962C8B-B14F-4D97-AF65-F5344CB8AC3E}">
        <p14:creationId xmlns:p14="http://schemas.microsoft.com/office/powerpoint/2010/main" val="3732206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53403-CE76-B45E-29C4-715DAEF32D89}"/>
              </a:ext>
            </a:extLst>
          </p:cNvPr>
          <p:cNvSpPr>
            <a:spLocks noGrp="1"/>
          </p:cNvSpPr>
          <p:nvPr>
            <p:ph type="ctrTitle"/>
          </p:nvPr>
        </p:nvSpPr>
        <p:spPr>
          <a:xfrm>
            <a:off x="1524000" y="1122363"/>
            <a:ext cx="9144000" cy="2387600"/>
          </a:xfrm>
        </p:spPr>
        <p:txBody>
          <a:bodyPr anchor="b"/>
          <a:lstStyle>
            <a:lvl1pPr algn="ctr">
              <a:defRPr sz="6000">
                <a:latin typeface="Century Gothic" panose="020B050202020202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DF86C932-79DC-1970-5A2B-77943311E1FC}"/>
              </a:ext>
            </a:extLst>
          </p:cNvPr>
          <p:cNvSpPr>
            <a:spLocks noGrp="1"/>
          </p:cNvSpPr>
          <p:nvPr>
            <p:ph type="subTitle" idx="1"/>
          </p:nvPr>
        </p:nvSpPr>
        <p:spPr>
          <a:xfrm>
            <a:off x="1524000" y="3602038"/>
            <a:ext cx="9144000" cy="1655762"/>
          </a:xfrm>
        </p:spPr>
        <p:txBody>
          <a:bodyPr/>
          <a:lstStyle>
            <a:lvl1pPr marL="0" indent="0" algn="ctr">
              <a:buNone/>
              <a:defRPr sz="2400">
                <a:latin typeface="Century Gothic" panose="020B0502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EF115EA-A381-61C0-139C-77F4460A62F0}"/>
              </a:ext>
            </a:extLst>
          </p:cNvPr>
          <p:cNvSpPr>
            <a:spLocks noGrp="1"/>
          </p:cNvSpPr>
          <p:nvPr>
            <p:ph type="dt" sz="half" idx="10"/>
          </p:nvPr>
        </p:nvSpPr>
        <p:spPr/>
        <p:txBody>
          <a:bodyPr/>
          <a:lstStyle/>
          <a:p>
            <a:fld id="{BFD43659-4F78-4C76-8443-E226E0BBDEF0}" type="datetimeFigureOut">
              <a:rPr lang="en-US" smtClean="0"/>
              <a:t>12/13/23</a:t>
            </a:fld>
            <a:endParaRPr lang="en-US"/>
          </a:p>
        </p:txBody>
      </p:sp>
      <p:sp>
        <p:nvSpPr>
          <p:cNvPr id="5" name="Footer Placeholder 4">
            <a:extLst>
              <a:ext uri="{FF2B5EF4-FFF2-40B4-BE49-F238E27FC236}">
                <a16:creationId xmlns:a16="http://schemas.microsoft.com/office/drawing/2014/main" id="{5EA03DEA-DF79-10F4-1B52-128C43A950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476CC7-ECAC-DDB7-B7FF-8AE02A39B142}"/>
              </a:ext>
            </a:extLst>
          </p:cNvPr>
          <p:cNvSpPr>
            <a:spLocks noGrp="1"/>
          </p:cNvSpPr>
          <p:nvPr>
            <p:ph type="sldNum" sz="quarter" idx="12"/>
          </p:nvPr>
        </p:nvSpPr>
        <p:spPr/>
        <p:txBody>
          <a:bodyPr/>
          <a:lstStyle/>
          <a:p>
            <a:fld id="{CB780BCF-0571-4F5F-8402-398A90D1B9A5}" type="slidenum">
              <a:rPr lang="en-US" smtClean="0"/>
              <a:t>‹#›</a:t>
            </a:fld>
            <a:endParaRPr lang="en-US"/>
          </a:p>
        </p:txBody>
      </p:sp>
    </p:spTree>
    <p:extLst>
      <p:ext uri="{BB962C8B-B14F-4D97-AF65-F5344CB8AC3E}">
        <p14:creationId xmlns:p14="http://schemas.microsoft.com/office/powerpoint/2010/main" val="976732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00300-333A-4169-3AF9-11B706226902}"/>
              </a:ext>
            </a:extLst>
          </p:cNvPr>
          <p:cNvSpPr>
            <a:spLocks noGrp="1"/>
          </p:cNvSpPr>
          <p:nvPr>
            <p:ph type="title"/>
          </p:nvPr>
        </p:nvSpPr>
        <p:spPr/>
        <p:txBody>
          <a:bodyPr/>
          <a:lstStyle>
            <a:lvl1pPr>
              <a:defRPr>
                <a:latin typeface="Century Gothic" panose="020B0502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7226CD04-6C8C-3B51-1CAB-5A53E8798C1A}"/>
              </a:ext>
            </a:extLst>
          </p:cNvPr>
          <p:cNvSpPr>
            <a:spLocks noGrp="1"/>
          </p:cNvSpPr>
          <p:nvPr>
            <p:ph idx="1"/>
          </p:nvPr>
        </p:nvSpPr>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F1F461-E92D-C144-ED6F-980159DF5149}"/>
              </a:ext>
            </a:extLst>
          </p:cNvPr>
          <p:cNvSpPr>
            <a:spLocks noGrp="1"/>
          </p:cNvSpPr>
          <p:nvPr>
            <p:ph type="dt" sz="half" idx="10"/>
          </p:nvPr>
        </p:nvSpPr>
        <p:spPr/>
        <p:txBody>
          <a:bodyPr/>
          <a:lstStyle/>
          <a:p>
            <a:fld id="{BFD43659-4F78-4C76-8443-E226E0BBDEF0}" type="datetimeFigureOut">
              <a:rPr lang="en-US" smtClean="0"/>
              <a:t>12/13/23</a:t>
            </a:fld>
            <a:endParaRPr lang="en-US"/>
          </a:p>
        </p:txBody>
      </p:sp>
      <p:sp>
        <p:nvSpPr>
          <p:cNvPr id="5" name="Footer Placeholder 4">
            <a:extLst>
              <a:ext uri="{FF2B5EF4-FFF2-40B4-BE49-F238E27FC236}">
                <a16:creationId xmlns:a16="http://schemas.microsoft.com/office/drawing/2014/main" id="{FDAFA5DA-E54B-FE9A-7810-E6CD9DA8DE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DACD4D-E2D8-9047-81E0-32FEE3A1A753}"/>
              </a:ext>
            </a:extLst>
          </p:cNvPr>
          <p:cNvSpPr>
            <a:spLocks noGrp="1"/>
          </p:cNvSpPr>
          <p:nvPr>
            <p:ph type="sldNum" sz="quarter" idx="12"/>
          </p:nvPr>
        </p:nvSpPr>
        <p:spPr/>
        <p:txBody>
          <a:bodyPr/>
          <a:lstStyle/>
          <a:p>
            <a:fld id="{CB780BCF-0571-4F5F-8402-398A90D1B9A5}" type="slidenum">
              <a:rPr lang="en-US" smtClean="0"/>
              <a:t>‹#›</a:t>
            </a:fld>
            <a:endParaRPr lang="en-US"/>
          </a:p>
        </p:txBody>
      </p:sp>
    </p:spTree>
    <p:extLst>
      <p:ext uri="{BB962C8B-B14F-4D97-AF65-F5344CB8AC3E}">
        <p14:creationId xmlns:p14="http://schemas.microsoft.com/office/powerpoint/2010/main" val="1293263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51A1E-DEBC-565B-559A-F4F4C7952228}"/>
              </a:ext>
            </a:extLst>
          </p:cNvPr>
          <p:cNvSpPr>
            <a:spLocks noGrp="1"/>
          </p:cNvSpPr>
          <p:nvPr>
            <p:ph type="title"/>
          </p:nvPr>
        </p:nvSpPr>
        <p:spPr>
          <a:xfrm>
            <a:off x="831850" y="1709738"/>
            <a:ext cx="10515600" cy="2852737"/>
          </a:xfrm>
        </p:spPr>
        <p:txBody>
          <a:bodyPr anchor="b"/>
          <a:lstStyle>
            <a:lvl1pPr>
              <a:defRPr sz="6000">
                <a:latin typeface="Century Gothic" panose="020B0502020202020204"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D4486432-4B41-E7EC-AA0B-73E79DCBD1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Century Gothic" panose="020B0502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42ED8E-3DC6-E4C0-2C61-32742DF0CF6E}"/>
              </a:ext>
            </a:extLst>
          </p:cNvPr>
          <p:cNvSpPr>
            <a:spLocks noGrp="1"/>
          </p:cNvSpPr>
          <p:nvPr>
            <p:ph type="dt" sz="half" idx="10"/>
          </p:nvPr>
        </p:nvSpPr>
        <p:spPr/>
        <p:txBody>
          <a:bodyPr/>
          <a:lstStyle/>
          <a:p>
            <a:fld id="{BFD43659-4F78-4C76-8443-E226E0BBDEF0}" type="datetimeFigureOut">
              <a:rPr lang="en-US" smtClean="0"/>
              <a:t>12/13/23</a:t>
            </a:fld>
            <a:endParaRPr lang="en-US"/>
          </a:p>
        </p:txBody>
      </p:sp>
      <p:sp>
        <p:nvSpPr>
          <p:cNvPr id="5" name="Footer Placeholder 4">
            <a:extLst>
              <a:ext uri="{FF2B5EF4-FFF2-40B4-BE49-F238E27FC236}">
                <a16:creationId xmlns:a16="http://schemas.microsoft.com/office/drawing/2014/main" id="{02CE9940-36A4-2C1F-47B6-F39B94AE6F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784241-D1A9-C3FC-065F-45A439839110}"/>
              </a:ext>
            </a:extLst>
          </p:cNvPr>
          <p:cNvSpPr>
            <a:spLocks noGrp="1"/>
          </p:cNvSpPr>
          <p:nvPr>
            <p:ph type="sldNum" sz="quarter" idx="12"/>
          </p:nvPr>
        </p:nvSpPr>
        <p:spPr/>
        <p:txBody>
          <a:bodyPr/>
          <a:lstStyle/>
          <a:p>
            <a:fld id="{CB780BCF-0571-4F5F-8402-398A90D1B9A5}" type="slidenum">
              <a:rPr lang="en-US" smtClean="0"/>
              <a:t>‹#›</a:t>
            </a:fld>
            <a:endParaRPr lang="en-US"/>
          </a:p>
        </p:txBody>
      </p:sp>
    </p:spTree>
    <p:extLst>
      <p:ext uri="{BB962C8B-B14F-4D97-AF65-F5344CB8AC3E}">
        <p14:creationId xmlns:p14="http://schemas.microsoft.com/office/powerpoint/2010/main" val="1492222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8D4EE-2CCE-BD53-73BF-470203AA6F0F}"/>
              </a:ext>
            </a:extLst>
          </p:cNvPr>
          <p:cNvSpPr>
            <a:spLocks noGrp="1"/>
          </p:cNvSpPr>
          <p:nvPr>
            <p:ph type="title"/>
          </p:nvPr>
        </p:nvSpPr>
        <p:spPr/>
        <p:txBody>
          <a:bodyPr/>
          <a:lstStyle>
            <a:lvl1pPr>
              <a:defRPr>
                <a:latin typeface="Century Gothic" panose="020B0502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7A5B77EF-332F-C5E2-986E-EB2871C1A1F0}"/>
              </a:ext>
            </a:extLst>
          </p:cNvPr>
          <p:cNvSpPr>
            <a:spLocks noGrp="1"/>
          </p:cNvSpPr>
          <p:nvPr>
            <p:ph sz="half" idx="1"/>
          </p:nvPr>
        </p:nvSpPr>
        <p:spPr>
          <a:xfrm>
            <a:off x="838200" y="1825625"/>
            <a:ext cx="5181600" cy="4351338"/>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AEDC59E-64D3-2E16-5AD7-B20A53C6F144}"/>
              </a:ext>
            </a:extLst>
          </p:cNvPr>
          <p:cNvSpPr>
            <a:spLocks noGrp="1"/>
          </p:cNvSpPr>
          <p:nvPr>
            <p:ph sz="half" idx="2"/>
          </p:nvPr>
        </p:nvSpPr>
        <p:spPr>
          <a:xfrm>
            <a:off x="6172200" y="1825625"/>
            <a:ext cx="5181600" cy="4351338"/>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7863CE9-3F53-FEE1-3DAE-276BE17049AC}"/>
              </a:ext>
            </a:extLst>
          </p:cNvPr>
          <p:cNvSpPr>
            <a:spLocks noGrp="1"/>
          </p:cNvSpPr>
          <p:nvPr>
            <p:ph type="dt" sz="half" idx="10"/>
          </p:nvPr>
        </p:nvSpPr>
        <p:spPr/>
        <p:txBody>
          <a:bodyPr/>
          <a:lstStyle/>
          <a:p>
            <a:fld id="{BFD43659-4F78-4C76-8443-E226E0BBDEF0}" type="datetimeFigureOut">
              <a:rPr lang="en-US" smtClean="0"/>
              <a:t>12/13/23</a:t>
            </a:fld>
            <a:endParaRPr lang="en-US"/>
          </a:p>
        </p:txBody>
      </p:sp>
      <p:sp>
        <p:nvSpPr>
          <p:cNvPr id="6" name="Footer Placeholder 5">
            <a:extLst>
              <a:ext uri="{FF2B5EF4-FFF2-40B4-BE49-F238E27FC236}">
                <a16:creationId xmlns:a16="http://schemas.microsoft.com/office/drawing/2014/main" id="{C1E27448-D052-9F0B-9C71-321E7D6999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964C0F-0543-D264-DCA9-42AF6DA8448B}"/>
              </a:ext>
            </a:extLst>
          </p:cNvPr>
          <p:cNvSpPr>
            <a:spLocks noGrp="1"/>
          </p:cNvSpPr>
          <p:nvPr>
            <p:ph type="sldNum" sz="quarter" idx="12"/>
          </p:nvPr>
        </p:nvSpPr>
        <p:spPr/>
        <p:txBody>
          <a:bodyPr/>
          <a:lstStyle/>
          <a:p>
            <a:fld id="{CB780BCF-0571-4F5F-8402-398A90D1B9A5}" type="slidenum">
              <a:rPr lang="en-US" smtClean="0"/>
              <a:t>‹#›</a:t>
            </a:fld>
            <a:endParaRPr lang="en-US"/>
          </a:p>
        </p:txBody>
      </p:sp>
    </p:spTree>
    <p:extLst>
      <p:ext uri="{BB962C8B-B14F-4D97-AF65-F5344CB8AC3E}">
        <p14:creationId xmlns:p14="http://schemas.microsoft.com/office/powerpoint/2010/main" val="1066169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65086-0C9A-BD24-4048-D9CB98F9B1C9}"/>
              </a:ext>
            </a:extLst>
          </p:cNvPr>
          <p:cNvSpPr>
            <a:spLocks noGrp="1"/>
          </p:cNvSpPr>
          <p:nvPr>
            <p:ph type="title"/>
          </p:nvPr>
        </p:nvSpPr>
        <p:spPr>
          <a:xfrm>
            <a:off x="839788" y="365125"/>
            <a:ext cx="10515600" cy="1325563"/>
          </a:xfrm>
        </p:spPr>
        <p:txBody>
          <a:bodyPr/>
          <a:lstStyle>
            <a:lvl1pPr>
              <a:defRPr>
                <a:latin typeface="Century Gothic" panose="020B0502020202020204"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4CAC837E-32BE-7FFC-346B-81EA68E2AAAC}"/>
              </a:ext>
            </a:extLst>
          </p:cNvPr>
          <p:cNvSpPr>
            <a:spLocks noGrp="1"/>
          </p:cNvSpPr>
          <p:nvPr>
            <p:ph type="body" idx="1"/>
          </p:nvPr>
        </p:nvSpPr>
        <p:spPr>
          <a:xfrm>
            <a:off x="839788" y="1681163"/>
            <a:ext cx="5157787" cy="823912"/>
          </a:xfrm>
        </p:spPr>
        <p:txBody>
          <a:bodyPr anchor="b"/>
          <a:lstStyle>
            <a:lvl1pPr marL="0" indent="0">
              <a:buNone/>
              <a:defRPr sz="2400" b="1">
                <a:latin typeface="Century Gothic" panose="020B0502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34AD8F-0B2A-3817-C1E2-490010159A18}"/>
              </a:ext>
            </a:extLst>
          </p:cNvPr>
          <p:cNvSpPr>
            <a:spLocks noGrp="1"/>
          </p:cNvSpPr>
          <p:nvPr>
            <p:ph sz="half" idx="2"/>
          </p:nvPr>
        </p:nvSpPr>
        <p:spPr>
          <a:xfrm>
            <a:off x="839788" y="2505075"/>
            <a:ext cx="5157787" cy="3684588"/>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44269A0-E52B-5783-4A61-09354F7D807E}"/>
              </a:ext>
            </a:extLst>
          </p:cNvPr>
          <p:cNvSpPr>
            <a:spLocks noGrp="1"/>
          </p:cNvSpPr>
          <p:nvPr>
            <p:ph type="body" sz="quarter" idx="3"/>
          </p:nvPr>
        </p:nvSpPr>
        <p:spPr>
          <a:xfrm>
            <a:off x="6172200" y="1681163"/>
            <a:ext cx="5183188" cy="823912"/>
          </a:xfrm>
        </p:spPr>
        <p:txBody>
          <a:bodyPr anchor="b"/>
          <a:lstStyle>
            <a:lvl1pPr marL="0" indent="0">
              <a:buNone/>
              <a:defRPr sz="2400" b="1">
                <a:latin typeface="Century Gothic" panose="020B0502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E39CA4D-906A-D6F5-C390-E4A05A7A446C}"/>
              </a:ext>
            </a:extLst>
          </p:cNvPr>
          <p:cNvSpPr>
            <a:spLocks noGrp="1"/>
          </p:cNvSpPr>
          <p:nvPr>
            <p:ph sz="quarter" idx="4"/>
          </p:nvPr>
        </p:nvSpPr>
        <p:spPr>
          <a:xfrm>
            <a:off x="6172200" y="2505075"/>
            <a:ext cx="5183188" cy="3684588"/>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5EEB1B7-315F-8DA3-C9A3-3A9DADFA22BC}"/>
              </a:ext>
            </a:extLst>
          </p:cNvPr>
          <p:cNvSpPr>
            <a:spLocks noGrp="1"/>
          </p:cNvSpPr>
          <p:nvPr>
            <p:ph type="dt" sz="half" idx="10"/>
          </p:nvPr>
        </p:nvSpPr>
        <p:spPr/>
        <p:txBody>
          <a:bodyPr/>
          <a:lstStyle/>
          <a:p>
            <a:fld id="{BFD43659-4F78-4C76-8443-E226E0BBDEF0}" type="datetimeFigureOut">
              <a:rPr lang="en-US" smtClean="0"/>
              <a:t>12/13/23</a:t>
            </a:fld>
            <a:endParaRPr lang="en-US"/>
          </a:p>
        </p:txBody>
      </p:sp>
      <p:sp>
        <p:nvSpPr>
          <p:cNvPr id="8" name="Footer Placeholder 7">
            <a:extLst>
              <a:ext uri="{FF2B5EF4-FFF2-40B4-BE49-F238E27FC236}">
                <a16:creationId xmlns:a16="http://schemas.microsoft.com/office/drawing/2014/main" id="{A873686F-4400-401A-88C9-E85C387144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824332A-7BC3-66ED-C133-6CA744B63332}"/>
              </a:ext>
            </a:extLst>
          </p:cNvPr>
          <p:cNvSpPr>
            <a:spLocks noGrp="1"/>
          </p:cNvSpPr>
          <p:nvPr>
            <p:ph type="sldNum" sz="quarter" idx="12"/>
          </p:nvPr>
        </p:nvSpPr>
        <p:spPr/>
        <p:txBody>
          <a:bodyPr/>
          <a:lstStyle/>
          <a:p>
            <a:fld id="{CB780BCF-0571-4F5F-8402-398A90D1B9A5}" type="slidenum">
              <a:rPr lang="en-US" smtClean="0"/>
              <a:t>‹#›</a:t>
            </a:fld>
            <a:endParaRPr lang="en-US"/>
          </a:p>
        </p:txBody>
      </p:sp>
    </p:spTree>
    <p:extLst>
      <p:ext uri="{BB962C8B-B14F-4D97-AF65-F5344CB8AC3E}">
        <p14:creationId xmlns:p14="http://schemas.microsoft.com/office/powerpoint/2010/main" val="2783155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55174-5291-B7F4-33C4-274A573A6EE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110FAE8-6A8D-19F5-E50B-ABF704D66E5E}"/>
              </a:ext>
            </a:extLst>
          </p:cNvPr>
          <p:cNvSpPr>
            <a:spLocks noGrp="1"/>
          </p:cNvSpPr>
          <p:nvPr>
            <p:ph type="dt" sz="half" idx="10"/>
          </p:nvPr>
        </p:nvSpPr>
        <p:spPr/>
        <p:txBody>
          <a:bodyPr/>
          <a:lstStyle/>
          <a:p>
            <a:fld id="{BFD43659-4F78-4C76-8443-E226E0BBDEF0}" type="datetimeFigureOut">
              <a:rPr lang="en-US" smtClean="0"/>
              <a:t>12/13/23</a:t>
            </a:fld>
            <a:endParaRPr lang="en-US"/>
          </a:p>
        </p:txBody>
      </p:sp>
      <p:sp>
        <p:nvSpPr>
          <p:cNvPr id="4" name="Footer Placeholder 3">
            <a:extLst>
              <a:ext uri="{FF2B5EF4-FFF2-40B4-BE49-F238E27FC236}">
                <a16:creationId xmlns:a16="http://schemas.microsoft.com/office/drawing/2014/main" id="{D744F020-A172-7D0C-B823-1F6815AA49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CECFACB-66CF-6F2B-3F1E-0E7871A989D0}"/>
              </a:ext>
            </a:extLst>
          </p:cNvPr>
          <p:cNvSpPr>
            <a:spLocks noGrp="1"/>
          </p:cNvSpPr>
          <p:nvPr>
            <p:ph type="sldNum" sz="quarter" idx="12"/>
          </p:nvPr>
        </p:nvSpPr>
        <p:spPr/>
        <p:txBody>
          <a:bodyPr/>
          <a:lstStyle/>
          <a:p>
            <a:fld id="{CB780BCF-0571-4F5F-8402-398A90D1B9A5}" type="slidenum">
              <a:rPr lang="en-US" smtClean="0"/>
              <a:t>‹#›</a:t>
            </a:fld>
            <a:endParaRPr lang="en-US"/>
          </a:p>
        </p:txBody>
      </p:sp>
    </p:spTree>
    <p:extLst>
      <p:ext uri="{BB962C8B-B14F-4D97-AF65-F5344CB8AC3E}">
        <p14:creationId xmlns:p14="http://schemas.microsoft.com/office/powerpoint/2010/main" val="1155771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B2E386-244E-94A1-256B-CAFA8D61CF40}"/>
              </a:ext>
            </a:extLst>
          </p:cNvPr>
          <p:cNvSpPr>
            <a:spLocks noGrp="1"/>
          </p:cNvSpPr>
          <p:nvPr>
            <p:ph type="dt" sz="half" idx="10"/>
          </p:nvPr>
        </p:nvSpPr>
        <p:spPr/>
        <p:txBody>
          <a:bodyPr/>
          <a:lstStyle/>
          <a:p>
            <a:fld id="{BFD43659-4F78-4C76-8443-E226E0BBDEF0}" type="datetimeFigureOut">
              <a:rPr lang="en-US" smtClean="0"/>
              <a:t>12/13/23</a:t>
            </a:fld>
            <a:endParaRPr lang="en-US"/>
          </a:p>
        </p:txBody>
      </p:sp>
      <p:sp>
        <p:nvSpPr>
          <p:cNvPr id="3" name="Footer Placeholder 2">
            <a:extLst>
              <a:ext uri="{FF2B5EF4-FFF2-40B4-BE49-F238E27FC236}">
                <a16:creationId xmlns:a16="http://schemas.microsoft.com/office/drawing/2014/main" id="{2751E8E1-8132-A86B-3662-18A0F6A595D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B74D068-41D1-8C4B-9DCD-3FB5ACBA9CC0}"/>
              </a:ext>
            </a:extLst>
          </p:cNvPr>
          <p:cNvSpPr>
            <a:spLocks noGrp="1"/>
          </p:cNvSpPr>
          <p:nvPr>
            <p:ph type="sldNum" sz="quarter" idx="12"/>
          </p:nvPr>
        </p:nvSpPr>
        <p:spPr/>
        <p:txBody>
          <a:bodyPr/>
          <a:lstStyle/>
          <a:p>
            <a:fld id="{CB780BCF-0571-4F5F-8402-398A90D1B9A5}" type="slidenum">
              <a:rPr lang="en-US" smtClean="0"/>
              <a:t>‹#›</a:t>
            </a:fld>
            <a:endParaRPr lang="en-US"/>
          </a:p>
        </p:txBody>
      </p:sp>
    </p:spTree>
    <p:extLst>
      <p:ext uri="{BB962C8B-B14F-4D97-AF65-F5344CB8AC3E}">
        <p14:creationId xmlns:p14="http://schemas.microsoft.com/office/powerpoint/2010/main" val="3520082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9B6EE-76AC-7A80-9B5B-482A769CE6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A901D71-D415-F4CB-B78C-31EAB5D99F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8F18E78-A5C9-DFEE-E26F-B3E1274BF8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0194C0-461D-C713-F40B-04FA29AA73CF}"/>
              </a:ext>
            </a:extLst>
          </p:cNvPr>
          <p:cNvSpPr>
            <a:spLocks noGrp="1"/>
          </p:cNvSpPr>
          <p:nvPr>
            <p:ph type="dt" sz="half" idx="10"/>
          </p:nvPr>
        </p:nvSpPr>
        <p:spPr/>
        <p:txBody>
          <a:bodyPr/>
          <a:lstStyle/>
          <a:p>
            <a:fld id="{BFD43659-4F78-4C76-8443-E226E0BBDEF0}" type="datetimeFigureOut">
              <a:rPr lang="en-US" smtClean="0"/>
              <a:t>12/13/23</a:t>
            </a:fld>
            <a:endParaRPr lang="en-US"/>
          </a:p>
        </p:txBody>
      </p:sp>
      <p:sp>
        <p:nvSpPr>
          <p:cNvPr id="6" name="Footer Placeholder 5">
            <a:extLst>
              <a:ext uri="{FF2B5EF4-FFF2-40B4-BE49-F238E27FC236}">
                <a16:creationId xmlns:a16="http://schemas.microsoft.com/office/drawing/2014/main" id="{C718203E-0791-52D3-D453-5A638EDB94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806A9E-4014-8117-705C-86A6CD2AEEB4}"/>
              </a:ext>
            </a:extLst>
          </p:cNvPr>
          <p:cNvSpPr>
            <a:spLocks noGrp="1"/>
          </p:cNvSpPr>
          <p:nvPr>
            <p:ph type="sldNum" sz="quarter" idx="12"/>
          </p:nvPr>
        </p:nvSpPr>
        <p:spPr/>
        <p:txBody>
          <a:bodyPr/>
          <a:lstStyle/>
          <a:p>
            <a:fld id="{CB780BCF-0571-4F5F-8402-398A90D1B9A5}" type="slidenum">
              <a:rPr lang="en-US" smtClean="0"/>
              <a:t>‹#›</a:t>
            </a:fld>
            <a:endParaRPr lang="en-US"/>
          </a:p>
        </p:txBody>
      </p:sp>
    </p:spTree>
    <p:extLst>
      <p:ext uri="{BB962C8B-B14F-4D97-AF65-F5344CB8AC3E}">
        <p14:creationId xmlns:p14="http://schemas.microsoft.com/office/powerpoint/2010/main" val="1738666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9DC0F-A0BC-C022-A9B1-1675BFD52C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17D2239-6E8D-B028-2257-A830E23DF1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F12C296-E3FC-20A8-EC2D-C5F2B856B9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607E8F-41D7-2C8D-937F-2F71D623FE04}"/>
              </a:ext>
            </a:extLst>
          </p:cNvPr>
          <p:cNvSpPr>
            <a:spLocks noGrp="1"/>
          </p:cNvSpPr>
          <p:nvPr>
            <p:ph type="dt" sz="half" idx="10"/>
          </p:nvPr>
        </p:nvSpPr>
        <p:spPr/>
        <p:txBody>
          <a:bodyPr/>
          <a:lstStyle/>
          <a:p>
            <a:fld id="{BFD43659-4F78-4C76-8443-E226E0BBDEF0}" type="datetimeFigureOut">
              <a:rPr lang="en-US" smtClean="0"/>
              <a:t>12/13/23</a:t>
            </a:fld>
            <a:endParaRPr lang="en-US"/>
          </a:p>
        </p:txBody>
      </p:sp>
      <p:sp>
        <p:nvSpPr>
          <p:cNvPr id="6" name="Footer Placeholder 5">
            <a:extLst>
              <a:ext uri="{FF2B5EF4-FFF2-40B4-BE49-F238E27FC236}">
                <a16:creationId xmlns:a16="http://schemas.microsoft.com/office/drawing/2014/main" id="{689259DF-D26A-3837-6D04-9C64B4095E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89AE6B-9BA1-273E-29AA-9CA3E00BF10D}"/>
              </a:ext>
            </a:extLst>
          </p:cNvPr>
          <p:cNvSpPr>
            <a:spLocks noGrp="1"/>
          </p:cNvSpPr>
          <p:nvPr>
            <p:ph type="sldNum" sz="quarter" idx="12"/>
          </p:nvPr>
        </p:nvSpPr>
        <p:spPr/>
        <p:txBody>
          <a:bodyPr/>
          <a:lstStyle/>
          <a:p>
            <a:fld id="{CB780BCF-0571-4F5F-8402-398A90D1B9A5}" type="slidenum">
              <a:rPr lang="en-US" smtClean="0"/>
              <a:t>‹#›</a:t>
            </a:fld>
            <a:endParaRPr lang="en-US"/>
          </a:p>
        </p:txBody>
      </p:sp>
    </p:spTree>
    <p:extLst>
      <p:ext uri="{BB962C8B-B14F-4D97-AF65-F5344CB8AC3E}">
        <p14:creationId xmlns:p14="http://schemas.microsoft.com/office/powerpoint/2010/main" val="440865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273D6-40D8-8EE0-8E3C-2CD46C77062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55DBBAC-BD4A-C408-B531-BBEE6071A9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5433A2-8E11-BEAC-D948-7091E80CC996}"/>
              </a:ext>
            </a:extLst>
          </p:cNvPr>
          <p:cNvSpPr>
            <a:spLocks noGrp="1"/>
          </p:cNvSpPr>
          <p:nvPr>
            <p:ph type="dt" sz="half" idx="10"/>
          </p:nvPr>
        </p:nvSpPr>
        <p:spPr/>
        <p:txBody>
          <a:bodyPr/>
          <a:lstStyle/>
          <a:p>
            <a:fld id="{BFD43659-4F78-4C76-8443-E226E0BBDEF0}" type="datetimeFigureOut">
              <a:rPr lang="en-US" smtClean="0"/>
              <a:t>12/13/23</a:t>
            </a:fld>
            <a:endParaRPr lang="en-US"/>
          </a:p>
        </p:txBody>
      </p:sp>
      <p:sp>
        <p:nvSpPr>
          <p:cNvPr id="5" name="Footer Placeholder 4">
            <a:extLst>
              <a:ext uri="{FF2B5EF4-FFF2-40B4-BE49-F238E27FC236}">
                <a16:creationId xmlns:a16="http://schemas.microsoft.com/office/drawing/2014/main" id="{7743889C-7FCE-F612-37DB-F1DA7B0E81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65F6FE-E39D-B490-75B5-47385F66CF7E}"/>
              </a:ext>
            </a:extLst>
          </p:cNvPr>
          <p:cNvSpPr>
            <a:spLocks noGrp="1"/>
          </p:cNvSpPr>
          <p:nvPr>
            <p:ph type="sldNum" sz="quarter" idx="12"/>
          </p:nvPr>
        </p:nvSpPr>
        <p:spPr/>
        <p:txBody>
          <a:bodyPr/>
          <a:lstStyle/>
          <a:p>
            <a:fld id="{CB780BCF-0571-4F5F-8402-398A90D1B9A5}" type="slidenum">
              <a:rPr lang="en-US" smtClean="0"/>
              <a:t>‹#›</a:t>
            </a:fld>
            <a:endParaRPr lang="en-US"/>
          </a:p>
        </p:txBody>
      </p:sp>
    </p:spTree>
    <p:extLst>
      <p:ext uri="{BB962C8B-B14F-4D97-AF65-F5344CB8AC3E}">
        <p14:creationId xmlns:p14="http://schemas.microsoft.com/office/powerpoint/2010/main" val="9263482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EF0A6A-7DA1-B552-8DB0-999A7AC0C67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76CEA34-E09E-A76A-67DA-8CE6693AA34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D7593D-1060-14DD-08BD-65B571E0017C}"/>
              </a:ext>
            </a:extLst>
          </p:cNvPr>
          <p:cNvSpPr>
            <a:spLocks noGrp="1"/>
          </p:cNvSpPr>
          <p:nvPr>
            <p:ph type="dt" sz="half" idx="10"/>
          </p:nvPr>
        </p:nvSpPr>
        <p:spPr/>
        <p:txBody>
          <a:bodyPr/>
          <a:lstStyle/>
          <a:p>
            <a:fld id="{BFD43659-4F78-4C76-8443-E226E0BBDEF0}" type="datetimeFigureOut">
              <a:rPr lang="en-US" smtClean="0"/>
              <a:t>12/13/23</a:t>
            </a:fld>
            <a:endParaRPr lang="en-US"/>
          </a:p>
        </p:txBody>
      </p:sp>
      <p:sp>
        <p:nvSpPr>
          <p:cNvPr id="5" name="Footer Placeholder 4">
            <a:extLst>
              <a:ext uri="{FF2B5EF4-FFF2-40B4-BE49-F238E27FC236}">
                <a16:creationId xmlns:a16="http://schemas.microsoft.com/office/drawing/2014/main" id="{C146BDA7-E307-2985-8BB0-BAD433457A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690154-FF9A-7EF9-E7B1-45856D17EC4E}"/>
              </a:ext>
            </a:extLst>
          </p:cNvPr>
          <p:cNvSpPr>
            <a:spLocks noGrp="1"/>
          </p:cNvSpPr>
          <p:nvPr>
            <p:ph type="sldNum" sz="quarter" idx="12"/>
          </p:nvPr>
        </p:nvSpPr>
        <p:spPr/>
        <p:txBody>
          <a:bodyPr/>
          <a:lstStyle/>
          <a:p>
            <a:fld id="{CB780BCF-0571-4F5F-8402-398A90D1B9A5}" type="slidenum">
              <a:rPr lang="en-US" smtClean="0"/>
              <a:t>‹#›</a:t>
            </a:fld>
            <a:endParaRPr lang="en-US"/>
          </a:p>
        </p:txBody>
      </p:sp>
    </p:spTree>
    <p:extLst>
      <p:ext uri="{BB962C8B-B14F-4D97-AF65-F5344CB8AC3E}">
        <p14:creationId xmlns:p14="http://schemas.microsoft.com/office/powerpoint/2010/main" val="39492715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elfolie (mit Bild hell)">
    <p:spTree>
      <p:nvGrpSpPr>
        <p:cNvPr id="1" name=""/>
        <p:cNvGrpSpPr/>
        <p:nvPr/>
      </p:nvGrpSpPr>
      <p:grpSpPr>
        <a:xfrm>
          <a:off x="0" y="0"/>
          <a:ext cx="0" cy="0"/>
          <a:chOff x="0" y="0"/>
          <a:chExt cx="0" cy="0"/>
        </a:xfrm>
      </p:grpSpPr>
      <p:sp>
        <p:nvSpPr>
          <p:cNvPr id="17" name="Bildplatzhalter 10">
            <a:extLst>
              <a:ext uri="{FF2B5EF4-FFF2-40B4-BE49-F238E27FC236}">
                <a16:creationId xmlns:a16="http://schemas.microsoft.com/office/drawing/2014/main" id="{034EF83C-B1FD-49FF-B648-E50C717A4176}"/>
              </a:ext>
            </a:extLst>
          </p:cNvPr>
          <p:cNvSpPr>
            <a:spLocks noGrp="1"/>
          </p:cNvSpPr>
          <p:nvPr>
            <p:ph type="pic" sz="quarter" idx="16"/>
          </p:nvPr>
        </p:nvSpPr>
        <p:spPr>
          <a:xfrm>
            <a:off x="0" y="1"/>
            <a:ext cx="12192000" cy="4449763"/>
          </a:xfrm>
          <a:prstGeom prst="rect">
            <a:avLst/>
          </a:prstGeom>
          <a:pattFill prst="lgCheck">
            <a:fgClr>
              <a:schemeClr val="bg1">
                <a:lumMod val="85000"/>
              </a:schemeClr>
            </a:fgClr>
            <a:bgClr>
              <a:schemeClr val="bg1"/>
            </a:bgClr>
          </a:pattFill>
        </p:spPr>
        <p:txBody>
          <a:bodyPr lIns="72000" tIns="684000" rIns="72000" bIns="72000" anchor="ctr"/>
          <a:lstStyle>
            <a:lvl1pPr marL="0" indent="0" algn="ctr">
              <a:buFontTx/>
              <a:buNone/>
              <a:defRPr sz="1398">
                <a:solidFill>
                  <a:schemeClr val="tx2"/>
                </a:solidFill>
              </a:defRPr>
            </a:lvl1pPr>
          </a:lstStyle>
          <a:p>
            <a:r>
              <a:rPr lang="de-DE"/>
              <a:t>Bild durch Klicken auf Symbol hinzufügen</a:t>
            </a:r>
            <a:endParaRPr lang="de-CH"/>
          </a:p>
        </p:txBody>
      </p:sp>
      <p:sp>
        <p:nvSpPr>
          <p:cNvPr id="16" name="Textplatzhalter 15">
            <a:extLst>
              <a:ext uri="{FF2B5EF4-FFF2-40B4-BE49-F238E27FC236}">
                <a16:creationId xmlns:a16="http://schemas.microsoft.com/office/drawing/2014/main" id="{C0EE3DD9-895F-4EB2-9E74-C52ABBAEB720}"/>
              </a:ext>
            </a:extLst>
          </p:cNvPr>
          <p:cNvSpPr>
            <a:spLocks noGrp="1" noChangeAspect="1"/>
          </p:cNvSpPr>
          <p:nvPr>
            <p:ph type="body" sz="quarter" idx="15" hasCustomPrompt="1"/>
          </p:nvPr>
        </p:nvSpPr>
        <p:spPr>
          <a:xfrm>
            <a:off x="442610" y="317501"/>
            <a:ext cx="2547194" cy="870169"/>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sz="499">
                <a:solidFill>
                  <a:schemeClr val="bg1"/>
                </a:solidFill>
              </a:defRPr>
            </a:lvl1pPr>
          </a:lstStyle>
          <a:p>
            <a:pPr lvl="0"/>
            <a:r>
              <a:rPr lang="de-CH"/>
              <a:t>   </a:t>
            </a:r>
          </a:p>
        </p:txBody>
      </p:sp>
      <p:sp>
        <p:nvSpPr>
          <p:cNvPr id="7" name="Abgerundetes Rechteck 6"/>
          <p:cNvSpPr/>
          <p:nvPr/>
        </p:nvSpPr>
        <p:spPr>
          <a:xfrm>
            <a:off x="0" y="4449764"/>
            <a:ext cx="12191364" cy="122237"/>
          </a:xfrm>
          <a:prstGeom prst="rect">
            <a:avLst/>
          </a:prstGeom>
          <a:solidFill>
            <a:srgbClr val="FAC3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de-DE" sz="1798">
              <a:solidFill>
                <a:srgbClr val="E78E23"/>
              </a:solidFill>
            </a:endParaRPr>
          </a:p>
        </p:txBody>
      </p:sp>
      <p:sp>
        <p:nvSpPr>
          <p:cNvPr id="12" name="Untertitel 2"/>
          <p:cNvSpPr>
            <a:spLocks noGrp="1"/>
          </p:cNvSpPr>
          <p:nvPr>
            <p:ph type="subTitle" idx="1"/>
          </p:nvPr>
        </p:nvSpPr>
        <p:spPr>
          <a:xfrm>
            <a:off x="456605" y="5288816"/>
            <a:ext cx="9045854" cy="736710"/>
          </a:xfrm>
          <a:prstGeom prst="rect">
            <a:avLst/>
          </a:prstGeom>
        </p:spPr>
        <p:txBody>
          <a:bodyPr lIns="0"/>
          <a:lstStyle>
            <a:lvl1pPr marL="0" indent="0" algn="l">
              <a:buNone/>
              <a:defRPr sz="1997">
                <a:solidFill>
                  <a:schemeClr val="tx2"/>
                </a:solidFill>
                <a:latin typeface="Lucida Sans"/>
                <a:cs typeface="Lucida Sans Unicode"/>
              </a:defRPr>
            </a:lvl1pPr>
            <a:lvl2pPr marL="456606" indent="0" algn="ctr">
              <a:buNone/>
              <a:defRPr>
                <a:solidFill>
                  <a:schemeClr val="tx1">
                    <a:tint val="75000"/>
                  </a:schemeClr>
                </a:solidFill>
              </a:defRPr>
            </a:lvl2pPr>
            <a:lvl3pPr marL="913211" indent="0" algn="ctr">
              <a:buNone/>
              <a:defRPr>
                <a:solidFill>
                  <a:schemeClr val="tx1">
                    <a:tint val="75000"/>
                  </a:schemeClr>
                </a:solidFill>
              </a:defRPr>
            </a:lvl3pPr>
            <a:lvl4pPr marL="1369817" indent="0" algn="ctr">
              <a:buNone/>
              <a:defRPr>
                <a:solidFill>
                  <a:schemeClr val="tx1">
                    <a:tint val="75000"/>
                  </a:schemeClr>
                </a:solidFill>
              </a:defRPr>
            </a:lvl4pPr>
            <a:lvl5pPr marL="1826423" indent="0" algn="ctr">
              <a:buNone/>
              <a:defRPr>
                <a:solidFill>
                  <a:schemeClr val="tx1">
                    <a:tint val="75000"/>
                  </a:schemeClr>
                </a:solidFill>
              </a:defRPr>
            </a:lvl5pPr>
            <a:lvl6pPr marL="2283028" indent="0" algn="ctr">
              <a:buNone/>
              <a:defRPr>
                <a:solidFill>
                  <a:schemeClr val="tx1">
                    <a:tint val="75000"/>
                  </a:schemeClr>
                </a:solidFill>
              </a:defRPr>
            </a:lvl6pPr>
            <a:lvl7pPr marL="2739634" indent="0" algn="ctr">
              <a:buNone/>
              <a:defRPr>
                <a:solidFill>
                  <a:schemeClr val="tx1">
                    <a:tint val="75000"/>
                  </a:schemeClr>
                </a:solidFill>
              </a:defRPr>
            </a:lvl7pPr>
            <a:lvl8pPr marL="3196239" indent="0" algn="ctr">
              <a:buNone/>
              <a:defRPr>
                <a:solidFill>
                  <a:schemeClr val="tx1">
                    <a:tint val="75000"/>
                  </a:schemeClr>
                </a:solidFill>
              </a:defRPr>
            </a:lvl8pPr>
            <a:lvl9pPr marL="3652845" indent="0" algn="ctr">
              <a:buNone/>
              <a:defRPr>
                <a:solidFill>
                  <a:schemeClr val="tx1">
                    <a:tint val="75000"/>
                  </a:schemeClr>
                </a:solidFill>
              </a:defRPr>
            </a:lvl9pPr>
          </a:lstStyle>
          <a:p>
            <a:r>
              <a:rPr lang="de-DE"/>
              <a:t>Master-Untertitelformat bearbeiten</a:t>
            </a:r>
          </a:p>
        </p:txBody>
      </p:sp>
      <p:sp>
        <p:nvSpPr>
          <p:cNvPr id="4" name="Titel 3">
            <a:extLst>
              <a:ext uri="{FF2B5EF4-FFF2-40B4-BE49-F238E27FC236}">
                <a16:creationId xmlns:a16="http://schemas.microsoft.com/office/drawing/2014/main" id="{E39DF830-F09E-4F9D-B580-79824EBBBCBB}"/>
              </a:ext>
            </a:extLst>
          </p:cNvPr>
          <p:cNvSpPr>
            <a:spLocks noGrp="1"/>
          </p:cNvSpPr>
          <p:nvPr>
            <p:ph type="title"/>
          </p:nvPr>
        </p:nvSpPr>
        <p:spPr>
          <a:xfrm>
            <a:off x="456605" y="4682539"/>
            <a:ext cx="11291472" cy="514636"/>
          </a:xfrm>
        </p:spPr>
        <p:txBody>
          <a:bodyPr/>
          <a:lstStyle>
            <a:lvl1pPr>
              <a:defRPr>
                <a:solidFill>
                  <a:schemeClr val="tx2"/>
                </a:solidFill>
              </a:defRPr>
            </a:lvl1pPr>
          </a:lstStyle>
          <a:p>
            <a:r>
              <a:rPr lang="de-DE"/>
              <a:t>Mastertitelformat bearbeiten</a:t>
            </a:r>
            <a:endParaRPr lang="de-CH"/>
          </a:p>
        </p:txBody>
      </p:sp>
      <p:sp>
        <p:nvSpPr>
          <p:cNvPr id="8" name="Textplatzhalter 7">
            <a:extLst>
              <a:ext uri="{FF2B5EF4-FFF2-40B4-BE49-F238E27FC236}">
                <a16:creationId xmlns:a16="http://schemas.microsoft.com/office/drawing/2014/main" id="{C075B3A6-6DCD-467C-B3B9-D845AAA650CC}"/>
              </a:ext>
            </a:extLst>
          </p:cNvPr>
          <p:cNvSpPr>
            <a:spLocks noGrp="1"/>
          </p:cNvSpPr>
          <p:nvPr>
            <p:ph type="body" sz="quarter" idx="17" hasCustomPrompt="1"/>
          </p:nvPr>
        </p:nvSpPr>
        <p:spPr>
          <a:xfrm>
            <a:off x="450264" y="6347014"/>
            <a:ext cx="9060765" cy="233081"/>
          </a:xfrm>
        </p:spPr>
        <p:txBody>
          <a:bodyPr/>
          <a:lstStyle>
            <a:lvl1pPr marL="179155" indent="-179155">
              <a:defRPr sz="1398">
                <a:solidFill>
                  <a:schemeClr val="tx2"/>
                </a:solidFill>
              </a:defRPr>
            </a:lvl1pPr>
          </a:lstStyle>
          <a:p>
            <a:pPr lvl="0"/>
            <a:r>
              <a:rPr lang="de-DE"/>
              <a:t>Organisationseinheit oder Leistungsbereich</a:t>
            </a:r>
            <a:endParaRPr lang="de-CH"/>
          </a:p>
        </p:txBody>
      </p:sp>
    </p:spTree>
    <p:extLst>
      <p:ext uri="{BB962C8B-B14F-4D97-AF65-F5344CB8AC3E}">
        <p14:creationId xmlns:p14="http://schemas.microsoft.com/office/powerpoint/2010/main" val="2595253076"/>
      </p:ext>
    </p:extLst>
  </p:cSld>
  <p:clrMapOvr>
    <a:masterClrMapping/>
  </p:clrMapOvr>
  <p:extLst>
    <p:ext uri="{DCECCB84-F9BA-43D5-87BE-67443E8EF086}">
      <p15:sldGuideLst xmlns:p15="http://schemas.microsoft.com/office/powerpoint/2012/main">
        <p15:guide id="1" orient="horz" pos="2803">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elfolie (mit Bild dunkel)">
    <p:spTree>
      <p:nvGrpSpPr>
        <p:cNvPr id="1" name=""/>
        <p:cNvGrpSpPr/>
        <p:nvPr/>
      </p:nvGrpSpPr>
      <p:grpSpPr>
        <a:xfrm>
          <a:off x="0" y="0"/>
          <a:ext cx="0" cy="0"/>
          <a:chOff x="0" y="0"/>
          <a:chExt cx="0" cy="0"/>
        </a:xfrm>
      </p:grpSpPr>
      <p:sp>
        <p:nvSpPr>
          <p:cNvPr id="17" name="Bildplatzhalter 10">
            <a:extLst>
              <a:ext uri="{FF2B5EF4-FFF2-40B4-BE49-F238E27FC236}">
                <a16:creationId xmlns:a16="http://schemas.microsoft.com/office/drawing/2014/main" id="{034EF83C-B1FD-49FF-B648-E50C717A4176}"/>
              </a:ext>
            </a:extLst>
          </p:cNvPr>
          <p:cNvSpPr>
            <a:spLocks noGrp="1"/>
          </p:cNvSpPr>
          <p:nvPr>
            <p:ph type="pic" sz="quarter" idx="16"/>
          </p:nvPr>
        </p:nvSpPr>
        <p:spPr>
          <a:xfrm>
            <a:off x="0" y="1"/>
            <a:ext cx="12192000" cy="4449763"/>
          </a:xfrm>
          <a:prstGeom prst="rect">
            <a:avLst/>
          </a:prstGeom>
          <a:pattFill prst="lgCheck">
            <a:fgClr>
              <a:schemeClr val="bg1">
                <a:lumMod val="85000"/>
              </a:schemeClr>
            </a:fgClr>
            <a:bgClr>
              <a:schemeClr val="bg1"/>
            </a:bgClr>
          </a:pattFill>
        </p:spPr>
        <p:txBody>
          <a:bodyPr lIns="72000" tIns="684000" rIns="72000" bIns="72000" anchor="ctr"/>
          <a:lstStyle>
            <a:lvl1pPr marL="0" indent="0" algn="ctr">
              <a:buFontTx/>
              <a:buNone/>
              <a:defRPr sz="1398">
                <a:solidFill>
                  <a:schemeClr val="tx2"/>
                </a:solidFill>
              </a:defRPr>
            </a:lvl1pPr>
          </a:lstStyle>
          <a:p>
            <a:r>
              <a:rPr lang="de-DE"/>
              <a:t>Bild durch Klicken auf Symbol hinzufügen</a:t>
            </a:r>
            <a:endParaRPr lang="de-CH"/>
          </a:p>
        </p:txBody>
      </p:sp>
      <p:sp>
        <p:nvSpPr>
          <p:cNvPr id="7" name="Abgerundetes Rechteck 6"/>
          <p:cNvSpPr/>
          <p:nvPr/>
        </p:nvSpPr>
        <p:spPr>
          <a:xfrm>
            <a:off x="0" y="4449764"/>
            <a:ext cx="12191364" cy="122237"/>
          </a:xfrm>
          <a:prstGeom prst="rect">
            <a:avLst/>
          </a:prstGeom>
          <a:solidFill>
            <a:srgbClr val="FAC3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de-DE" sz="1798">
              <a:solidFill>
                <a:srgbClr val="E78E23"/>
              </a:solidFill>
            </a:endParaRPr>
          </a:p>
        </p:txBody>
      </p:sp>
      <p:sp>
        <p:nvSpPr>
          <p:cNvPr id="12" name="Untertitel 2"/>
          <p:cNvSpPr>
            <a:spLocks noGrp="1"/>
          </p:cNvSpPr>
          <p:nvPr>
            <p:ph type="subTitle" idx="1"/>
          </p:nvPr>
        </p:nvSpPr>
        <p:spPr>
          <a:xfrm>
            <a:off x="456605" y="5288816"/>
            <a:ext cx="9045854" cy="736710"/>
          </a:xfrm>
          <a:prstGeom prst="rect">
            <a:avLst/>
          </a:prstGeom>
        </p:spPr>
        <p:txBody>
          <a:bodyPr lIns="0"/>
          <a:lstStyle>
            <a:lvl1pPr marL="0" indent="0" algn="l">
              <a:buNone/>
              <a:defRPr sz="1997">
                <a:solidFill>
                  <a:schemeClr val="tx2"/>
                </a:solidFill>
                <a:latin typeface="Lucida Sans"/>
                <a:cs typeface="Lucida Sans Unicode"/>
              </a:defRPr>
            </a:lvl1pPr>
            <a:lvl2pPr marL="456606" indent="0" algn="ctr">
              <a:buNone/>
              <a:defRPr>
                <a:solidFill>
                  <a:schemeClr val="tx1">
                    <a:tint val="75000"/>
                  </a:schemeClr>
                </a:solidFill>
              </a:defRPr>
            </a:lvl2pPr>
            <a:lvl3pPr marL="913211" indent="0" algn="ctr">
              <a:buNone/>
              <a:defRPr>
                <a:solidFill>
                  <a:schemeClr val="tx1">
                    <a:tint val="75000"/>
                  </a:schemeClr>
                </a:solidFill>
              </a:defRPr>
            </a:lvl3pPr>
            <a:lvl4pPr marL="1369817" indent="0" algn="ctr">
              <a:buNone/>
              <a:defRPr>
                <a:solidFill>
                  <a:schemeClr val="tx1">
                    <a:tint val="75000"/>
                  </a:schemeClr>
                </a:solidFill>
              </a:defRPr>
            </a:lvl4pPr>
            <a:lvl5pPr marL="1826423" indent="0" algn="ctr">
              <a:buNone/>
              <a:defRPr>
                <a:solidFill>
                  <a:schemeClr val="tx1">
                    <a:tint val="75000"/>
                  </a:schemeClr>
                </a:solidFill>
              </a:defRPr>
            </a:lvl5pPr>
            <a:lvl6pPr marL="2283028" indent="0" algn="ctr">
              <a:buNone/>
              <a:defRPr>
                <a:solidFill>
                  <a:schemeClr val="tx1">
                    <a:tint val="75000"/>
                  </a:schemeClr>
                </a:solidFill>
              </a:defRPr>
            </a:lvl6pPr>
            <a:lvl7pPr marL="2739634" indent="0" algn="ctr">
              <a:buNone/>
              <a:defRPr>
                <a:solidFill>
                  <a:schemeClr val="tx1">
                    <a:tint val="75000"/>
                  </a:schemeClr>
                </a:solidFill>
              </a:defRPr>
            </a:lvl7pPr>
            <a:lvl8pPr marL="3196239" indent="0" algn="ctr">
              <a:buNone/>
              <a:defRPr>
                <a:solidFill>
                  <a:schemeClr val="tx1">
                    <a:tint val="75000"/>
                  </a:schemeClr>
                </a:solidFill>
              </a:defRPr>
            </a:lvl8pPr>
            <a:lvl9pPr marL="3652845" indent="0" algn="ctr">
              <a:buNone/>
              <a:defRPr>
                <a:solidFill>
                  <a:schemeClr val="tx1">
                    <a:tint val="75000"/>
                  </a:schemeClr>
                </a:solidFill>
              </a:defRPr>
            </a:lvl9pPr>
          </a:lstStyle>
          <a:p>
            <a:r>
              <a:rPr lang="de-DE"/>
              <a:t>Master-Untertitelformat bearbeiten</a:t>
            </a:r>
          </a:p>
        </p:txBody>
      </p:sp>
      <p:sp>
        <p:nvSpPr>
          <p:cNvPr id="4" name="Titel 3">
            <a:extLst>
              <a:ext uri="{FF2B5EF4-FFF2-40B4-BE49-F238E27FC236}">
                <a16:creationId xmlns:a16="http://schemas.microsoft.com/office/drawing/2014/main" id="{E39DF830-F09E-4F9D-B580-79824EBBBCBB}"/>
              </a:ext>
            </a:extLst>
          </p:cNvPr>
          <p:cNvSpPr>
            <a:spLocks noGrp="1"/>
          </p:cNvSpPr>
          <p:nvPr>
            <p:ph type="title"/>
          </p:nvPr>
        </p:nvSpPr>
        <p:spPr>
          <a:xfrm>
            <a:off x="456605" y="4682539"/>
            <a:ext cx="11291472" cy="514636"/>
          </a:xfrm>
        </p:spPr>
        <p:txBody>
          <a:bodyPr/>
          <a:lstStyle>
            <a:lvl1pPr>
              <a:defRPr>
                <a:solidFill>
                  <a:schemeClr val="tx2"/>
                </a:solidFill>
              </a:defRPr>
            </a:lvl1pPr>
          </a:lstStyle>
          <a:p>
            <a:r>
              <a:rPr lang="de-DE"/>
              <a:t>Mastertitelformat bearbeiten</a:t>
            </a:r>
            <a:endParaRPr lang="de-CH"/>
          </a:p>
        </p:txBody>
      </p:sp>
      <p:sp>
        <p:nvSpPr>
          <p:cNvPr id="16" name="Textplatzhalter 15">
            <a:extLst>
              <a:ext uri="{FF2B5EF4-FFF2-40B4-BE49-F238E27FC236}">
                <a16:creationId xmlns:a16="http://schemas.microsoft.com/office/drawing/2014/main" id="{C0EE3DD9-895F-4EB2-9E74-C52ABBAEB720}"/>
              </a:ext>
            </a:extLst>
          </p:cNvPr>
          <p:cNvSpPr>
            <a:spLocks noGrp="1" noChangeAspect="1"/>
          </p:cNvSpPr>
          <p:nvPr>
            <p:ph type="body" sz="quarter" idx="15" hasCustomPrompt="1"/>
          </p:nvPr>
        </p:nvSpPr>
        <p:spPr>
          <a:xfrm>
            <a:off x="439695" y="317500"/>
            <a:ext cx="2550111" cy="879122"/>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sz="499">
                <a:solidFill>
                  <a:schemeClr val="bg1"/>
                </a:solidFill>
              </a:defRPr>
            </a:lvl1pPr>
          </a:lstStyle>
          <a:p>
            <a:pPr lvl="0"/>
            <a:r>
              <a:rPr lang="de-CH"/>
              <a:t>   </a:t>
            </a:r>
          </a:p>
        </p:txBody>
      </p:sp>
      <p:sp>
        <p:nvSpPr>
          <p:cNvPr id="8" name="Textplatzhalter 7">
            <a:extLst>
              <a:ext uri="{FF2B5EF4-FFF2-40B4-BE49-F238E27FC236}">
                <a16:creationId xmlns:a16="http://schemas.microsoft.com/office/drawing/2014/main" id="{01699D6F-C113-4BC3-8B74-D0FBF5CCB095}"/>
              </a:ext>
            </a:extLst>
          </p:cNvPr>
          <p:cNvSpPr>
            <a:spLocks noGrp="1"/>
          </p:cNvSpPr>
          <p:nvPr>
            <p:ph type="body" sz="quarter" idx="17" hasCustomPrompt="1"/>
          </p:nvPr>
        </p:nvSpPr>
        <p:spPr>
          <a:xfrm>
            <a:off x="450264" y="6347014"/>
            <a:ext cx="9060765" cy="233081"/>
          </a:xfrm>
        </p:spPr>
        <p:txBody>
          <a:bodyPr/>
          <a:lstStyle>
            <a:lvl1pPr marL="179155" indent="-179155">
              <a:defRPr sz="1398">
                <a:solidFill>
                  <a:schemeClr val="tx2"/>
                </a:solidFill>
              </a:defRPr>
            </a:lvl1pPr>
          </a:lstStyle>
          <a:p>
            <a:pPr lvl="0"/>
            <a:r>
              <a:rPr lang="de-DE"/>
              <a:t>Organisationseinheit oder Leistungsbereich</a:t>
            </a:r>
            <a:endParaRPr lang="de-CH"/>
          </a:p>
        </p:txBody>
      </p:sp>
    </p:spTree>
    <p:extLst>
      <p:ext uri="{BB962C8B-B14F-4D97-AF65-F5344CB8AC3E}">
        <p14:creationId xmlns:p14="http://schemas.microsoft.com/office/powerpoint/2010/main" val="3651123065"/>
      </p:ext>
    </p:extLst>
  </p:cSld>
  <p:clrMapOvr>
    <a:masterClrMapping/>
  </p:clrMapOvr>
  <p:extLst>
    <p:ext uri="{DCECCB84-F9BA-43D5-87BE-67443E8EF086}">
      <p15:sldGuideLst xmlns:p15="http://schemas.microsoft.com/office/powerpoint/2012/main">
        <p15:guide id="1" orient="horz" pos="280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3143027F-7246-4F86-A6AD-7473302EFCE0}"/>
              </a:ext>
            </a:extLst>
          </p:cNvPr>
          <p:cNvSpPr/>
          <p:nvPr userDrawn="1"/>
        </p:nvSpPr>
        <p:spPr>
          <a:xfrm>
            <a:off x="0" y="0"/>
            <a:ext cx="12192000" cy="5456068"/>
          </a:xfrm>
          <a:prstGeom prst="rect">
            <a:avLst/>
          </a:prstGeom>
          <a:solidFill>
            <a:srgbClr val="FA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CH" sz="1798"/>
          </a:p>
        </p:txBody>
      </p:sp>
      <p:sp>
        <p:nvSpPr>
          <p:cNvPr id="7" name="Abgerundetes Rechteck 6"/>
          <p:cNvSpPr/>
          <p:nvPr/>
        </p:nvSpPr>
        <p:spPr>
          <a:xfrm>
            <a:off x="0" y="5456069"/>
            <a:ext cx="12191364" cy="12223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de-DE" sz="1798">
              <a:solidFill>
                <a:srgbClr val="E78E23"/>
              </a:solidFill>
            </a:endParaRPr>
          </a:p>
        </p:txBody>
      </p:sp>
      <p:sp>
        <p:nvSpPr>
          <p:cNvPr id="12" name="Untertitel 2"/>
          <p:cNvSpPr>
            <a:spLocks noGrp="1"/>
          </p:cNvSpPr>
          <p:nvPr>
            <p:ph type="subTitle" idx="1"/>
          </p:nvPr>
        </p:nvSpPr>
        <p:spPr>
          <a:xfrm>
            <a:off x="450263" y="3089309"/>
            <a:ext cx="9045854" cy="736710"/>
          </a:xfrm>
          <a:prstGeom prst="rect">
            <a:avLst/>
          </a:prstGeom>
        </p:spPr>
        <p:txBody>
          <a:bodyPr lIns="0"/>
          <a:lstStyle>
            <a:lvl1pPr marL="0" indent="0" algn="l">
              <a:buNone/>
              <a:defRPr sz="1997">
                <a:solidFill>
                  <a:schemeClr val="bg1"/>
                </a:solidFill>
                <a:latin typeface="Lucida Sans"/>
                <a:cs typeface="Lucida Sans Unicode"/>
              </a:defRPr>
            </a:lvl1pPr>
            <a:lvl2pPr marL="456606" indent="0" algn="ctr">
              <a:buNone/>
              <a:defRPr>
                <a:solidFill>
                  <a:schemeClr val="tx1">
                    <a:tint val="75000"/>
                  </a:schemeClr>
                </a:solidFill>
              </a:defRPr>
            </a:lvl2pPr>
            <a:lvl3pPr marL="913211" indent="0" algn="ctr">
              <a:buNone/>
              <a:defRPr>
                <a:solidFill>
                  <a:schemeClr val="tx1">
                    <a:tint val="75000"/>
                  </a:schemeClr>
                </a:solidFill>
              </a:defRPr>
            </a:lvl3pPr>
            <a:lvl4pPr marL="1369817" indent="0" algn="ctr">
              <a:buNone/>
              <a:defRPr>
                <a:solidFill>
                  <a:schemeClr val="tx1">
                    <a:tint val="75000"/>
                  </a:schemeClr>
                </a:solidFill>
              </a:defRPr>
            </a:lvl4pPr>
            <a:lvl5pPr marL="1826423" indent="0" algn="ctr">
              <a:buNone/>
              <a:defRPr>
                <a:solidFill>
                  <a:schemeClr val="tx1">
                    <a:tint val="75000"/>
                  </a:schemeClr>
                </a:solidFill>
              </a:defRPr>
            </a:lvl5pPr>
            <a:lvl6pPr marL="2283028" indent="0" algn="ctr">
              <a:buNone/>
              <a:defRPr>
                <a:solidFill>
                  <a:schemeClr val="tx1">
                    <a:tint val="75000"/>
                  </a:schemeClr>
                </a:solidFill>
              </a:defRPr>
            </a:lvl6pPr>
            <a:lvl7pPr marL="2739634" indent="0" algn="ctr">
              <a:buNone/>
              <a:defRPr>
                <a:solidFill>
                  <a:schemeClr val="tx1">
                    <a:tint val="75000"/>
                  </a:schemeClr>
                </a:solidFill>
              </a:defRPr>
            </a:lvl7pPr>
            <a:lvl8pPr marL="3196239" indent="0" algn="ctr">
              <a:buNone/>
              <a:defRPr>
                <a:solidFill>
                  <a:schemeClr val="tx1">
                    <a:tint val="75000"/>
                  </a:schemeClr>
                </a:solidFill>
              </a:defRPr>
            </a:lvl8pPr>
            <a:lvl9pPr marL="3652845" indent="0" algn="ctr">
              <a:buNone/>
              <a:defRPr>
                <a:solidFill>
                  <a:schemeClr val="tx1">
                    <a:tint val="75000"/>
                  </a:schemeClr>
                </a:solidFill>
              </a:defRPr>
            </a:lvl9pPr>
          </a:lstStyle>
          <a:p>
            <a:r>
              <a:rPr lang="de-DE"/>
              <a:t>Master-Untertitelformat bearbeiten</a:t>
            </a:r>
          </a:p>
        </p:txBody>
      </p:sp>
      <p:sp>
        <p:nvSpPr>
          <p:cNvPr id="4" name="Titel 3">
            <a:extLst>
              <a:ext uri="{FF2B5EF4-FFF2-40B4-BE49-F238E27FC236}">
                <a16:creationId xmlns:a16="http://schemas.microsoft.com/office/drawing/2014/main" id="{E39DF830-F09E-4F9D-B580-79824EBBBCBB}"/>
              </a:ext>
            </a:extLst>
          </p:cNvPr>
          <p:cNvSpPr>
            <a:spLocks noGrp="1"/>
          </p:cNvSpPr>
          <p:nvPr>
            <p:ph type="title"/>
          </p:nvPr>
        </p:nvSpPr>
        <p:spPr>
          <a:xfrm>
            <a:off x="450264" y="2483032"/>
            <a:ext cx="11291472" cy="514636"/>
          </a:xfrm>
        </p:spPr>
        <p:txBody>
          <a:bodyPr/>
          <a:lstStyle>
            <a:lvl1pPr>
              <a:defRPr>
                <a:solidFill>
                  <a:schemeClr val="bg1"/>
                </a:solidFill>
              </a:defRPr>
            </a:lvl1pPr>
          </a:lstStyle>
          <a:p>
            <a:r>
              <a:rPr lang="de-DE"/>
              <a:t>Mastertitelformat bearbeiten</a:t>
            </a:r>
            <a:endParaRPr lang="de-CH"/>
          </a:p>
        </p:txBody>
      </p:sp>
      <p:pic>
        <p:nvPicPr>
          <p:cNvPr id="13" name="Grafik 12">
            <a:extLst>
              <a:ext uri="{FF2B5EF4-FFF2-40B4-BE49-F238E27FC236}">
                <a16:creationId xmlns:a16="http://schemas.microsoft.com/office/drawing/2014/main" id="{647E56EC-23CC-4141-B40F-46996694D76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39233" y="317500"/>
            <a:ext cx="2553947" cy="879348"/>
          </a:xfrm>
          <a:prstGeom prst="rect">
            <a:avLst/>
          </a:prstGeom>
        </p:spPr>
      </p:pic>
      <p:sp>
        <p:nvSpPr>
          <p:cNvPr id="8" name="Textplatzhalter 7">
            <a:extLst>
              <a:ext uri="{FF2B5EF4-FFF2-40B4-BE49-F238E27FC236}">
                <a16:creationId xmlns:a16="http://schemas.microsoft.com/office/drawing/2014/main" id="{52E70F1A-AD8D-4F8F-9AE2-1A76A8008E04}"/>
              </a:ext>
            </a:extLst>
          </p:cNvPr>
          <p:cNvSpPr>
            <a:spLocks noGrp="1"/>
          </p:cNvSpPr>
          <p:nvPr>
            <p:ph type="body" sz="quarter" idx="17" hasCustomPrompt="1"/>
          </p:nvPr>
        </p:nvSpPr>
        <p:spPr>
          <a:xfrm>
            <a:off x="450264" y="6347014"/>
            <a:ext cx="9060765" cy="233081"/>
          </a:xfrm>
        </p:spPr>
        <p:txBody>
          <a:bodyPr/>
          <a:lstStyle>
            <a:lvl1pPr marL="179155" indent="-179155">
              <a:defRPr sz="1398">
                <a:solidFill>
                  <a:schemeClr val="tx2"/>
                </a:solidFill>
              </a:defRPr>
            </a:lvl1pPr>
          </a:lstStyle>
          <a:p>
            <a:pPr lvl="0"/>
            <a:r>
              <a:rPr lang="de-DE"/>
              <a:t>Organisationseinheit oder Leistungsbereich</a:t>
            </a:r>
            <a:endParaRPr lang="de-CH"/>
          </a:p>
        </p:txBody>
      </p:sp>
    </p:spTree>
    <p:extLst>
      <p:ext uri="{BB962C8B-B14F-4D97-AF65-F5344CB8AC3E}">
        <p14:creationId xmlns:p14="http://schemas.microsoft.com/office/powerpoint/2010/main" val="2281288276"/>
      </p:ext>
    </p:extLst>
  </p:cSld>
  <p:clrMapOvr>
    <a:masterClrMapping/>
  </p:clrMapOvr>
  <p:extLst>
    <p:ext uri="{DCECCB84-F9BA-43D5-87BE-67443E8EF086}">
      <p15:sldGuideLst xmlns:p15="http://schemas.microsoft.com/office/powerpoint/2012/main">
        <p15:guide id="1" orient="horz" pos="2803">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elfolie 2 (mit Bild hell)">
    <p:spTree>
      <p:nvGrpSpPr>
        <p:cNvPr id="1" name=""/>
        <p:cNvGrpSpPr/>
        <p:nvPr/>
      </p:nvGrpSpPr>
      <p:grpSpPr>
        <a:xfrm>
          <a:off x="0" y="0"/>
          <a:ext cx="0" cy="0"/>
          <a:chOff x="0" y="0"/>
          <a:chExt cx="0" cy="0"/>
        </a:xfrm>
      </p:grpSpPr>
      <p:sp>
        <p:nvSpPr>
          <p:cNvPr id="17" name="Bildplatzhalter 10">
            <a:extLst>
              <a:ext uri="{FF2B5EF4-FFF2-40B4-BE49-F238E27FC236}">
                <a16:creationId xmlns:a16="http://schemas.microsoft.com/office/drawing/2014/main" id="{034EF83C-B1FD-49FF-B648-E50C717A4176}"/>
              </a:ext>
            </a:extLst>
          </p:cNvPr>
          <p:cNvSpPr>
            <a:spLocks noGrp="1"/>
          </p:cNvSpPr>
          <p:nvPr>
            <p:ph type="pic" sz="quarter" idx="16"/>
          </p:nvPr>
        </p:nvSpPr>
        <p:spPr>
          <a:xfrm>
            <a:off x="0" y="0"/>
            <a:ext cx="12192000" cy="6858000"/>
          </a:xfrm>
          <a:prstGeom prst="rect">
            <a:avLst/>
          </a:prstGeom>
          <a:pattFill prst="lgCheck">
            <a:fgClr>
              <a:schemeClr val="bg1">
                <a:lumMod val="85000"/>
              </a:schemeClr>
            </a:fgClr>
            <a:bgClr>
              <a:schemeClr val="bg1"/>
            </a:bgClr>
          </a:pattFill>
        </p:spPr>
        <p:txBody>
          <a:bodyPr lIns="72000" tIns="684000" rIns="72000" bIns="72000" anchor="ctr"/>
          <a:lstStyle>
            <a:lvl1pPr marL="0" indent="0" algn="ctr">
              <a:buFontTx/>
              <a:buNone/>
              <a:defRPr sz="1398">
                <a:solidFill>
                  <a:schemeClr val="tx2"/>
                </a:solidFill>
              </a:defRPr>
            </a:lvl1pPr>
          </a:lstStyle>
          <a:p>
            <a:r>
              <a:rPr lang="de-DE"/>
              <a:t>Bild durch Klicken auf Symbol hinzufügen</a:t>
            </a:r>
            <a:endParaRPr lang="de-CH"/>
          </a:p>
        </p:txBody>
      </p:sp>
      <p:sp>
        <p:nvSpPr>
          <p:cNvPr id="16" name="Textplatzhalter 15">
            <a:extLst>
              <a:ext uri="{FF2B5EF4-FFF2-40B4-BE49-F238E27FC236}">
                <a16:creationId xmlns:a16="http://schemas.microsoft.com/office/drawing/2014/main" id="{C0EE3DD9-895F-4EB2-9E74-C52ABBAEB720}"/>
              </a:ext>
            </a:extLst>
          </p:cNvPr>
          <p:cNvSpPr>
            <a:spLocks noGrp="1" noChangeAspect="1"/>
          </p:cNvSpPr>
          <p:nvPr>
            <p:ph type="body" sz="quarter" idx="15" hasCustomPrompt="1"/>
          </p:nvPr>
        </p:nvSpPr>
        <p:spPr>
          <a:xfrm>
            <a:off x="439695" y="317500"/>
            <a:ext cx="2550111" cy="879122"/>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sz="499">
                <a:solidFill>
                  <a:schemeClr val="bg1"/>
                </a:solidFill>
              </a:defRPr>
            </a:lvl1pPr>
          </a:lstStyle>
          <a:p>
            <a:pPr lvl="0"/>
            <a:r>
              <a:rPr lang="de-CH"/>
              <a:t>   </a:t>
            </a:r>
          </a:p>
        </p:txBody>
      </p:sp>
      <p:sp>
        <p:nvSpPr>
          <p:cNvPr id="15" name="Textplatzhalter 15">
            <a:extLst>
              <a:ext uri="{FF2B5EF4-FFF2-40B4-BE49-F238E27FC236}">
                <a16:creationId xmlns:a16="http://schemas.microsoft.com/office/drawing/2014/main" id="{16E4CDC4-4424-4700-993B-3839864CB1B4}"/>
              </a:ext>
            </a:extLst>
          </p:cNvPr>
          <p:cNvSpPr>
            <a:spLocks noGrp="1"/>
          </p:cNvSpPr>
          <p:nvPr>
            <p:ph type="body" sz="quarter" idx="17" hasCustomPrompt="1"/>
          </p:nvPr>
        </p:nvSpPr>
        <p:spPr>
          <a:xfrm>
            <a:off x="460197" y="3182957"/>
            <a:ext cx="9364739" cy="2054969"/>
          </a:xfrm>
          <a:blipFill>
            <a:blip r:embed="rId3"/>
            <a:stretch>
              <a:fillRect/>
            </a:stretch>
          </a:blipFill>
        </p:spPr>
        <p:txBody>
          <a:bodyPr/>
          <a:lstStyle>
            <a:lvl1pPr marL="0" indent="0">
              <a:buNone/>
              <a:defRPr sz="499">
                <a:solidFill>
                  <a:schemeClr val="bg1"/>
                </a:solidFill>
              </a:defRPr>
            </a:lvl1pPr>
          </a:lstStyle>
          <a:p>
            <a:pPr lvl="0"/>
            <a:r>
              <a:rPr lang="de-CH"/>
              <a:t>   </a:t>
            </a:r>
          </a:p>
        </p:txBody>
      </p:sp>
      <p:sp>
        <p:nvSpPr>
          <p:cNvPr id="12" name="Untertitel 2"/>
          <p:cNvSpPr>
            <a:spLocks noGrp="1"/>
          </p:cNvSpPr>
          <p:nvPr>
            <p:ph type="subTitle" idx="1"/>
          </p:nvPr>
        </p:nvSpPr>
        <p:spPr>
          <a:xfrm>
            <a:off x="592572" y="3973698"/>
            <a:ext cx="9045854" cy="862160"/>
          </a:xfrm>
          <a:prstGeom prst="rect">
            <a:avLst/>
          </a:prstGeom>
        </p:spPr>
        <p:txBody>
          <a:bodyPr lIns="0"/>
          <a:lstStyle>
            <a:lvl1pPr marL="0" indent="0" algn="l">
              <a:buNone/>
              <a:defRPr sz="1997">
                <a:solidFill>
                  <a:schemeClr val="tx2"/>
                </a:solidFill>
                <a:latin typeface="Lucida Sans"/>
                <a:cs typeface="Lucida Sans Unicode"/>
              </a:defRPr>
            </a:lvl1pPr>
            <a:lvl2pPr marL="456606" indent="0" algn="ctr">
              <a:buNone/>
              <a:defRPr>
                <a:solidFill>
                  <a:schemeClr val="tx1">
                    <a:tint val="75000"/>
                  </a:schemeClr>
                </a:solidFill>
              </a:defRPr>
            </a:lvl2pPr>
            <a:lvl3pPr marL="913211" indent="0" algn="ctr">
              <a:buNone/>
              <a:defRPr>
                <a:solidFill>
                  <a:schemeClr val="tx1">
                    <a:tint val="75000"/>
                  </a:schemeClr>
                </a:solidFill>
              </a:defRPr>
            </a:lvl3pPr>
            <a:lvl4pPr marL="1369817" indent="0" algn="ctr">
              <a:buNone/>
              <a:defRPr>
                <a:solidFill>
                  <a:schemeClr val="tx1">
                    <a:tint val="75000"/>
                  </a:schemeClr>
                </a:solidFill>
              </a:defRPr>
            </a:lvl4pPr>
            <a:lvl5pPr marL="1826423" indent="0" algn="ctr">
              <a:buNone/>
              <a:defRPr>
                <a:solidFill>
                  <a:schemeClr val="tx1">
                    <a:tint val="75000"/>
                  </a:schemeClr>
                </a:solidFill>
              </a:defRPr>
            </a:lvl5pPr>
            <a:lvl6pPr marL="2283028" indent="0" algn="ctr">
              <a:buNone/>
              <a:defRPr>
                <a:solidFill>
                  <a:schemeClr val="tx1">
                    <a:tint val="75000"/>
                  </a:schemeClr>
                </a:solidFill>
              </a:defRPr>
            </a:lvl6pPr>
            <a:lvl7pPr marL="2739634" indent="0" algn="ctr">
              <a:buNone/>
              <a:defRPr>
                <a:solidFill>
                  <a:schemeClr val="tx1">
                    <a:tint val="75000"/>
                  </a:schemeClr>
                </a:solidFill>
              </a:defRPr>
            </a:lvl7pPr>
            <a:lvl8pPr marL="3196239" indent="0" algn="ctr">
              <a:buNone/>
              <a:defRPr>
                <a:solidFill>
                  <a:schemeClr val="tx1">
                    <a:tint val="75000"/>
                  </a:schemeClr>
                </a:solidFill>
              </a:defRPr>
            </a:lvl8pPr>
            <a:lvl9pPr marL="3652845" indent="0" algn="ctr">
              <a:buNone/>
              <a:defRPr>
                <a:solidFill>
                  <a:schemeClr val="tx1">
                    <a:tint val="75000"/>
                  </a:schemeClr>
                </a:solidFill>
              </a:defRPr>
            </a:lvl9pPr>
          </a:lstStyle>
          <a:p>
            <a:r>
              <a:rPr lang="de-DE"/>
              <a:t>Master-Untertitelformat bearbeiten</a:t>
            </a:r>
          </a:p>
        </p:txBody>
      </p:sp>
      <p:sp>
        <p:nvSpPr>
          <p:cNvPr id="4" name="Titel 3">
            <a:extLst>
              <a:ext uri="{FF2B5EF4-FFF2-40B4-BE49-F238E27FC236}">
                <a16:creationId xmlns:a16="http://schemas.microsoft.com/office/drawing/2014/main" id="{E39DF830-F09E-4F9D-B580-79824EBBBCBB}"/>
              </a:ext>
            </a:extLst>
          </p:cNvPr>
          <p:cNvSpPr>
            <a:spLocks noGrp="1"/>
          </p:cNvSpPr>
          <p:nvPr>
            <p:ph type="title"/>
          </p:nvPr>
        </p:nvSpPr>
        <p:spPr>
          <a:xfrm>
            <a:off x="592572" y="3352801"/>
            <a:ext cx="9045854" cy="520192"/>
          </a:xfrm>
        </p:spPr>
        <p:txBody>
          <a:bodyPr/>
          <a:lstStyle>
            <a:lvl1pPr>
              <a:defRPr>
                <a:solidFill>
                  <a:schemeClr val="tx2"/>
                </a:solidFill>
              </a:defRPr>
            </a:lvl1pPr>
          </a:lstStyle>
          <a:p>
            <a:r>
              <a:rPr lang="de-DE"/>
              <a:t>Mastertitelformat bearbeiten</a:t>
            </a:r>
            <a:endParaRPr lang="de-CH"/>
          </a:p>
        </p:txBody>
      </p:sp>
      <p:sp>
        <p:nvSpPr>
          <p:cNvPr id="8" name="Textplatzhalter 7">
            <a:extLst>
              <a:ext uri="{FF2B5EF4-FFF2-40B4-BE49-F238E27FC236}">
                <a16:creationId xmlns:a16="http://schemas.microsoft.com/office/drawing/2014/main" id="{508FCAF1-F20B-4C9B-AE65-F4B72D3CBEC0}"/>
              </a:ext>
            </a:extLst>
          </p:cNvPr>
          <p:cNvSpPr>
            <a:spLocks noGrp="1"/>
          </p:cNvSpPr>
          <p:nvPr>
            <p:ph type="body" sz="quarter" idx="18" hasCustomPrompt="1"/>
          </p:nvPr>
        </p:nvSpPr>
        <p:spPr>
          <a:xfrm>
            <a:off x="592572" y="4889224"/>
            <a:ext cx="9045854" cy="233081"/>
          </a:xfrm>
        </p:spPr>
        <p:txBody>
          <a:bodyPr/>
          <a:lstStyle>
            <a:lvl1pPr marL="179155" indent="-179155">
              <a:defRPr sz="1398">
                <a:solidFill>
                  <a:schemeClr val="tx2"/>
                </a:solidFill>
              </a:defRPr>
            </a:lvl1pPr>
          </a:lstStyle>
          <a:p>
            <a:pPr lvl="0"/>
            <a:r>
              <a:rPr lang="de-DE"/>
              <a:t>Organisationseinheit oder Leistungsbereich</a:t>
            </a:r>
            <a:endParaRPr lang="de-CH"/>
          </a:p>
        </p:txBody>
      </p:sp>
    </p:spTree>
    <p:extLst>
      <p:ext uri="{BB962C8B-B14F-4D97-AF65-F5344CB8AC3E}">
        <p14:creationId xmlns:p14="http://schemas.microsoft.com/office/powerpoint/2010/main" val="3065620576"/>
      </p:ext>
    </p:extLst>
  </p:cSld>
  <p:clrMapOvr>
    <a:masterClrMapping/>
  </p:clrMapOvr>
  <p:extLst>
    <p:ext uri="{DCECCB84-F9BA-43D5-87BE-67443E8EF086}">
      <p15:sldGuideLst xmlns:p15="http://schemas.microsoft.com/office/powerpoint/2012/main">
        <p15:guide id="1" orient="horz" pos="2803">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elfolie 2 (mit Bild dunkel)">
    <p:spTree>
      <p:nvGrpSpPr>
        <p:cNvPr id="1" name=""/>
        <p:cNvGrpSpPr/>
        <p:nvPr/>
      </p:nvGrpSpPr>
      <p:grpSpPr>
        <a:xfrm>
          <a:off x="0" y="0"/>
          <a:ext cx="0" cy="0"/>
          <a:chOff x="0" y="0"/>
          <a:chExt cx="0" cy="0"/>
        </a:xfrm>
      </p:grpSpPr>
      <p:sp>
        <p:nvSpPr>
          <p:cNvPr id="17" name="Bildplatzhalter 10">
            <a:extLst>
              <a:ext uri="{FF2B5EF4-FFF2-40B4-BE49-F238E27FC236}">
                <a16:creationId xmlns:a16="http://schemas.microsoft.com/office/drawing/2014/main" id="{034EF83C-B1FD-49FF-B648-E50C717A4176}"/>
              </a:ext>
            </a:extLst>
          </p:cNvPr>
          <p:cNvSpPr>
            <a:spLocks noGrp="1"/>
          </p:cNvSpPr>
          <p:nvPr>
            <p:ph type="pic" sz="quarter" idx="16"/>
          </p:nvPr>
        </p:nvSpPr>
        <p:spPr>
          <a:xfrm>
            <a:off x="0" y="0"/>
            <a:ext cx="12192000" cy="6858000"/>
          </a:xfrm>
          <a:prstGeom prst="rect">
            <a:avLst/>
          </a:prstGeom>
          <a:pattFill prst="lgCheck">
            <a:fgClr>
              <a:schemeClr val="bg1">
                <a:lumMod val="85000"/>
              </a:schemeClr>
            </a:fgClr>
            <a:bgClr>
              <a:schemeClr val="bg1"/>
            </a:bgClr>
          </a:pattFill>
        </p:spPr>
        <p:txBody>
          <a:bodyPr lIns="72000" tIns="684000" rIns="72000" bIns="72000" anchor="ctr"/>
          <a:lstStyle>
            <a:lvl1pPr marL="0" indent="0" algn="ctr">
              <a:buFontTx/>
              <a:buNone/>
              <a:defRPr sz="1398">
                <a:solidFill>
                  <a:schemeClr val="tx2"/>
                </a:solidFill>
              </a:defRPr>
            </a:lvl1pPr>
          </a:lstStyle>
          <a:p>
            <a:r>
              <a:rPr lang="de-DE"/>
              <a:t>Bild durch Klicken auf Symbol hinzufügen</a:t>
            </a:r>
            <a:endParaRPr lang="de-CH"/>
          </a:p>
        </p:txBody>
      </p:sp>
      <p:sp>
        <p:nvSpPr>
          <p:cNvPr id="15" name="Textplatzhalter 15">
            <a:extLst>
              <a:ext uri="{FF2B5EF4-FFF2-40B4-BE49-F238E27FC236}">
                <a16:creationId xmlns:a16="http://schemas.microsoft.com/office/drawing/2014/main" id="{16E4CDC4-4424-4700-993B-3839864CB1B4}"/>
              </a:ext>
            </a:extLst>
          </p:cNvPr>
          <p:cNvSpPr>
            <a:spLocks noGrp="1"/>
          </p:cNvSpPr>
          <p:nvPr>
            <p:ph type="body" sz="quarter" idx="17" hasCustomPrompt="1"/>
          </p:nvPr>
        </p:nvSpPr>
        <p:spPr>
          <a:xfrm>
            <a:off x="460197" y="3182957"/>
            <a:ext cx="9364739" cy="2054969"/>
          </a:xfrm>
          <a:blipFill>
            <a:blip r:embed="rId2"/>
            <a:stretch>
              <a:fillRect/>
            </a:stretch>
          </a:blipFill>
        </p:spPr>
        <p:txBody>
          <a:bodyPr/>
          <a:lstStyle>
            <a:lvl1pPr marL="0" indent="0">
              <a:buNone/>
              <a:defRPr sz="499">
                <a:solidFill>
                  <a:schemeClr val="bg1"/>
                </a:solidFill>
              </a:defRPr>
            </a:lvl1pPr>
          </a:lstStyle>
          <a:p>
            <a:pPr lvl="0"/>
            <a:r>
              <a:rPr lang="de-CH"/>
              <a:t>   </a:t>
            </a:r>
          </a:p>
        </p:txBody>
      </p:sp>
      <p:sp>
        <p:nvSpPr>
          <p:cNvPr id="12" name="Untertitel 2"/>
          <p:cNvSpPr>
            <a:spLocks noGrp="1"/>
          </p:cNvSpPr>
          <p:nvPr>
            <p:ph type="subTitle" idx="1"/>
          </p:nvPr>
        </p:nvSpPr>
        <p:spPr>
          <a:xfrm>
            <a:off x="592572" y="3973698"/>
            <a:ext cx="9045854" cy="862160"/>
          </a:xfrm>
          <a:prstGeom prst="rect">
            <a:avLst/>
          </a:prstGeom>
        </p:spPr>
        <p:txBody>
          <a:bodyPr lIns="0"/>
          <a:lstStyle>
            <a:lvl1pPr marL="0" indent="0" algn="l">
              <a:buNone/>
              <a:defRPr sz="1997">
                <a:solidFill>
                  <a:schemeClr val="tx2"/>
                </a:solidFill>
                <a:latin typeface="Lucida Sans"/>
                <a:cs typeface="Lucida Sans Unicode"/>
              </a:defRPr>
            </a:lvl1pPr>
            <a:lvl2pPr marL="456606" indent="0" algn="ctr">
              <a:buNone/>
              <a:defRPr>
                <a:solidFill>
                  <a:schemeClr val="tx1">
                    <a:tint val="75000"/>
                  </a:schemeClr>
                </a:solidFill>
              </a:defRPr>
            </a:lvl2pPr>
            <a:lvl3pPr marL="913211" indent="0" algn="ctr">
              <a:buNone/>
              <a:defRPr>
                <a:solidFill>
                  <a:schemeClr val="tx1">
                    <a:tint val="75000"/>
                  </a:schemeClr>
                </a:solidFill>
              </a:defRPr>
            </a:lvl3pPr>
            <a:lvl4pPr marL="1369817" indent="0" algn="ctr">
              <a:buNone/>
              <a:defRPr>
                <a:solidFill>
                  <a:schemeClr val="tx1">
                    <a:tint val="75000"/>
                  </a:schemeClr>
                </a:solidFill>
              </a:defRPr>
            </a:lvl4pPr>
            <a:lvl5pPr marL="1826423" indent="0" algn="ctr">
              <a:buNone/>
              <a:defRPr>
                <a:solidFill>
                  <a:schemeClr val="tx1">
                    <a:tint val="75000"/>
                  </a:schemeClr>
                </a:solidFill>
              </a:defRPr>
            </a:lvl5pPr>
            <a:lvl6pPr marL="2283028" indent="0" algn="ctr">
              <a:buNone/>
              <a:defRPr>
                <a:solidFill>
                  <a:schemeClr val="tx1">
                    <a:tint val="75000"/>
                  </a:schemeClr>
                </a:solidFill>
              </a:defRPr>
            </a:lvl6pPr>
            <a:lvl7pPr marL="2739634" indent="0" algn="ctr">
              <a:buNone/>
              <a:defRPr>
                <a:solidFill>
                  <a:schemeClr val="tx1">
                    <a:tint val="75000"/>
                  </a:schemeClr>
                </a:solidFill>
              </a:defRPr>
            </a:lvl7pPr>
            <a:lvl8pPr marL="3196239" indent="0" algn="ctr">
              <a:buNone/>
              <a:defRPr>
                <a:solidFill>
                  <a:schemeClr val="tx1">
                    <a:tint val="75000"/>
                  </a:schemeClr>
                </a:solidFill>
              </a:defRPr>
            </a:lvl8pPr>
            <a:lvl9pPr marL="3652845" indent="0" algn="ctr">
              <a:buNone/>
              <a:defRPr>
                <a:solidFill>
                  <a:schemeClr val="tx1">
                    <a:tint val="75000"/>
                  </a:schemeClr>
                </a:solidFill>
              </a:defRPr>
            </a:lvl9pPr>
          </a:lstStyle>
          <a:p>
            <a:r>
              <a:rPr lang="de-DE"/>
              <a:t>Master-Untertitelformat bearbeiten</a:t>
            </a:r>
          </a:p>
        </p:txBody>
      </p:sp>
      <p:sp>
        <p:nvSpPr>
          <p:cNvPr id="4" name="Titel 3">
            <a:extLst>
              <a:ext uri="{FF2B5EF4-FFF2-40B4-BE49-F238E27FC236}">
                <a16:creationId xmlns:a16="http://schemas.microsoft.com/office/drawing/2014/main" id="{E39DF830-F09E-4F9D-B580-79824EBBBCBB}"/>
              </a:ext>
            </a:extLst>
          </p:cNvPr>
          <p:cNvSpPr>
            <a:spLocks noGrp="1"/>
          </p:cNvSpPr>
          <p:nvPr>
            <p:ph type="title"/>
          </p:nvPr>
        </p:nvSpPr>
        <p:spPr>
          <a:xfrm>
            <a:off x="592572" y="3352801"/>
            <a:ext cx="9045854" cy="520192"/>
          </a:xfrm>
        </p:spPr>
        <p:txBody>
          <a:bodyPr/>
          <a:lstStyle>
            <a:lvl1pPr>
              <a:defRPr>
                <a:solidFill>
                  <a:schemeClr val="tx2"/>
                </a:solidFill>
              </a:defRPr>
            </a:lvl1pPr>
          </a:lstStyle>
          <a:p>
            <a:r>
              <a:rPr lang="de-DE"/>
              <a:t>Mastertitelformat bearbeiten</a:t>
            </a:r>
            <a:endParaRPr lang="de-CH"/>
          </a:p>
        </p:txBody>
      </p:sp>
      <p:sp>
        <p:nvSpPr>
          <p:cNvPr id="16" name="Textplatzhalter 15">
            <a:extLst>
              <a:ext uri="{FF2B5EF4-FFF2-40B4-BE49-F238E27FC236}">
                <a16:creationId xmlns:a16="http://schemas.microsoft.com/office/drawing/2014/main" id="{C0EE3DD9-895F-4EB2-9E74-C52ABBAEB720}"/>
              </a:ext>
            </a:extLst>
          </p:cNvPr>
          <p:cNvSpPr>
            <a:spLocks noGrp="1" noChangeAspect="1"/>
          </p:cNvSpPr>
          <p:nvPr>
            <p:ph type="body" sz="quarter" idx="15" hasCustomPrompt="1"/>
          </p:nvPr>
        </p:nvSpPr>
        <p:spPr>
          <a:xfrm>
            <a:off x="439695" y="317500"/>
            <a:ext cx="2550111" cy="879122"/>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sz="499">
                <a:solidFill>
                  <a:schemeClr val="bg1"/>
                </a:solidFill>
              </a:defRPr>
            </a:lvl1pPr>
          </a:lstStyle>
          <a:p>
            <a:pPr lvl="0"/>
            <a:r>
              <a:rPr lang="de-CH"/>
              <a:t>   </a:t>
            </a:r>
          </a:p>
        </p:txBody>
      </p:sp>
      <p:sp>
        <p:nvSpPr>
          <p:cNvPr id="8" name="Textplatzhalter 7">
            <a:extLst>
              <a:ext uri="{FF2B5EF4-FFF2-40B4-BE49-F238E27FC236}">
                <a16:creationId xmlns:a16="http://schemas.microsoft.com/office/drawing/2014/main" id="{BC73C925-6F67-41AD-8B48-77A6CAB23CC0}"/>
              </a:ext>
            </a:extLst>
          </p:cNvPr>
          <p:cNvSpPr>
            <a:spLocks noGrp="1"/>
          </p:cNvSpPr>
          <p:nvPr>
            <p:ph type="body" sz="quarter" idx="18" hasCustomPrompt="1"/>
          </p:nvPr>
        </p:nvSpPr>
        <p:spPr>
          <a:xfrm>
            <a:off x="592572" y="4889224"/>
            <a:ext cx="9045854" cy="233081"/>
          </a:xfrm>
        </p:spPr>
        <p:txBody>
          <a:bodyPr/>
          <a:lstStyle>
            <a:lvl1pPr marL="179155" indent="-179155">
              <a:defRPr sz="1398">
                <a:solidFill>
                  <a:schemeClr val="tx2"/>
                </a:solidFill>
              </a:defRPr>
            </a:lvl1pPr>
          </a:lstStyle>
          <a:p>
            <a:pPr lvl="0"/>
            <a:r>
              <a:rPr lang="de-DE"/>
              <a:t>Organisationseinheit oder Leistungsbereich</a:t>
            </a:r>
            <a:endParaRPr lang="de-CH"/>
          </a:p>
        </p:txBody>
      </p:sp>
    </p:spTree>
    <p:extLst>
      <p:ext uri="{BB962C8B-B14F-4D97-AF65-F5344CB8AC3E}">
        <p14:creationId xmlns:p14="http://schemas.microsoft.com/office/powerpoint/2010/main" val="3348088210"/>
      </p:ext>
    </p:extLst>
  </p:cSld>
  <p:clrMapOvr>
    <a:masterClrMapping/>
  </p:clrMapOvr>
  <p:extLst>
    <p:ext uri="{DCECCB84-F9BA-43D5-87BE-67443E8EF086}">
      <p15:sldGuideLst xmlns:p15="http://schemas.microsoft.com/office/powerpoint/2012/main">
        <p15:guide id="1" orient="horz" pos="2803">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Kapiteltrennseite (Grau)">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3143027F-7246-4F86-A6AD-7473302EFCE0}"/>
              </a:ext>
            </a:extLst>
          </p:cNvPr>
          <p:cNvSpPr/>
          <p:nvPr userDrawn="1"/>
        </p:nvSpPr>
        <p:spPr>
          <a:xfrm>
            <a:off x="0" y="1"/>
            <a:ext cx="12192000" cy="4449763"/>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CH" sz="1798">
              <a:solidFill>
                <a:srgbClr val="4B647D"/>
              </a:solidFill>
            </a:endParaRPr>
          </a:p>
        </p:txBody>
      </p:sp>
      <p:sp>
        <p:nvSpPr>
          <p:cNvPr id="12" name="Untertitel 2"/>
          <p:cNvSpPr>
            <a:spLocks noGrp="1"/>
          </p:cNvSpPr>
          <p:nvPr>
            <p:ph type="subTitle" idx="1"/>
          </p:nvPr>
        </p:nvSpPr>
        <p:spPr>
          <a:xfrm>
            <a:off x="450263" y="2483773"/>
            <a:ext cx="9045854" cy="736710"/>
          </a:xfrm>
          <a:prstGeom prst="rect">
            <a:avLst/>
          </a:prstGeom>
        </p:spPr>
        <p:txBody>
          <a:bodyPr lIns="0"/>
          <a:lstStyle>
            <a:lvl1pPr marL="0" indent="0" algn="l">
              <a:buNone/>
              <a:defRPr sz="1997">
                <a:solidFill>
                  <a:schemeClr val="bg1"/>
                </a:solidFill>
                <a:latin typeface="Lucida Sans"/>
                <a:cs typeface="Lucida Sans Unicode"/>
              </a:defRPr>
            </a:lvl1pPr>
            <a:lvl2pPr marL="456606" indent="0" algn="ctr">
              <a:buNone/>
              <a:defRPr>
                <a:solidFill>
                  <a:schemeClr val="tx1">
                    <a:tint val="75000"/>
                  </a:schemeClr>
                </a:solidFill>
              </a:defRPr>
            </a:lvl2pPr>
            <a:lvl3pPr marL="913211" indent="0" algn="ctr">
              <a:buNone/>
              <a:defRPr>
                <a:solidFill>
                  <a:schemeClr val="tx1">
                    <a:tint val="75000"/>
                  </a:schemeClr>
                </a:solidFill>
              </a:defRPr>
            </a:lvl3pPr>
            <a:lvl4pPr marL="1369817" indent="0" algn="ctr">
              <a:buNone/>
              <a:defRPr>
                <a:solidFill>
                  <a:schemeClr val="tx1">
                    <a:tint val="75000"/>
                  </a:schemeClr>
                </a:solidFill>
              </a:defRPr>
            </a:lvl4pPr>
            <a:lvl5pPr marL="1826423" indent="0" algn="ctr">
              <a:buNone/>
              <a:defRPr>
                <a:solidFill>
                  <a:schemeClr val="tx1">
                    <a:tint val="75000"/>
                  </a:schemeClr>
                </a:solidFill>
              </a:defRPr>
            </a:lvl5pPr>
            <a:lvl6pPr marL="2283028" indent="0" algn="ctr">
              <a:buNone/>
              <a:defRPr>
                <a:solidFill>
                  <a:schemeClr val="tx1">
                    <a:tint val="75000"/>
                  </a:schemeClr>
                </a:solidFill>
              </a:defRPr>
            </a:lvl6pPr>
            <a:lvl7pPr marL="2739634" indent="0" algn="ctr">
              <a:buNone/>
              <a:defRPr>
                <a:solidFill>
                  <a:schemeClr val="tx1">
                    <a:tint val="75000"/>
                  </a:schemeClr>
                </a:solidFill>
              </a:defRPr>
            </a:lvl7pPr>
            <a:lvl8pPr marL="3196239" indent="0" algn="ctr">
              <a:buNone/>
              <a:defRPr>
                <a:solidFill>
                  <a:schemeClr val="tx1">
                    <a:tint val="75000"/>
                  </a:schemeClr>
                </a:solidFill>
              </a:defRPr>
            </a:lvl8pPr>
            <a:lvl9pPr marL="3652845" indent="0" algn="ctr">
              <a:buNone/>
              <a:defRPr>
                <a:solidFill>
                  <a:schemeClr val="tx1">
                    <a:tint val="75000"/>
                  </a:schemeClr>
                </a:solidFill>
              </a:defRPr>
            </a:lvl9pPr>
          </a:lstStyle>
          <a:p>
            <a:r>
              <a:rPr lang="de-DE"/>
              <a:t>Master-Untertitelformat bearbeiten</a:t>
            </a:r>
          </a:p>
        </p:txBody>
      </p:sp>
      <p:sp>
        <p:nvSpPr>
          <p:cNvPr id="4" name="Titel 3">
            <a:extLst>
              <a:ext uri="{FF2B5EF4-FFF2-40B4-BE49-F238E27FC236}">
                <a16:creationId xmlns:a16="http://schemas.microsoft.com/office/drawing/2014/main" id="{E39DF830-F09E-4F9D-B580-79824EBBBCBB}"/>
              </a:ext>
            </a:extLst>
          </p:cNvPr>
          <p:cNvSpPr>
            <a:spLocks noGrp="1"/>
          </p:cNvSpPr>
          <p:nvPr>
            <p:ph type="title"/>
          </p:nvPr>
        </p:nvSpPr>
        <p:spPr>
          <a:xfrm>
            <a:off x="450264" y="1877496"/>
            <a:ext cx="11291472" cy="514636"/>
          </a:xfrm>
        </p:spPr>
        <p:txBody>
          <a:bodyPr/>
          <a:lstStyle>
            <a:lvl1pPr>
              <a:defRPr>
                <a:solidFill>
                  <a:schemeClr val="bg1"/>
                </a:solidFill>
              </a:defRPr>
            </a:lvl1pPr>
          </a:lstStyle>
          <a:p>
            <a:r>
              <a:rPr lang="de-DE"/>
              <a:t>Mastertitelformat bearbeiten</a:t>
            </a:r>
            <a:endParaRPr lang="de-CH"/>
          </a:p>
        </p:txBody>
      </p:sp>
      <p:sp>
        <p:nvSpPr>
          <p:cNvPr id="10" name="Abgerundetes Rechteck 6">
            <a:extLst>
              <a:ext uri="{FF2B5EF4-FFF2-40B4-BE49-F238E27FC236}">
                <a16:creationId xmlns:a16="http://schemas.microsoft.com/office/drawing/2014/main" id="{6155990B-78C7-4DA0-B1E7-76D1A83E0123}"/>
              </a:ext>
            </a:extLst>
          </p:cNvPr>
          <p:cNvSpPr/>
          <p:nvPr userDrawn="1"/>
        </p:nvSpPr>
        <p:spPr>
          <a:xfrm>
            <a:off x="0" y="4449764"/>
            <a:ext cx="12191364" cy="122237"/>
          </a:xfrm>
          <a:prstGeom prst="rect">
            <a:avLst/>
          </a:prstGeom>
          <a:solidFill>
            <a:srgbClr val="FAC3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de-DE" sz="1798">
              <a:solidFill>
                <a:srgbClr val="E78E23"/>
              </a:solidFill>
            </a:endParaRPr>
          </a:p>
        </p:txBody>
      </p:sp>
      <p:sp>
        <p:nvSpPr>
          <p:cNvPr id="3" name="Foliennummernplatzhalter 2">
            <a:extLst>
              <a:ext uri="{FF2B5EF4-FFF2-40B4-BE49-F238E27FC236}">
                <a16:creationId xmlns:a16="http://schemas.microsoft.com/office/drawing/2014/main" id="{15E32F2A-681B-4A65-A2CF-F3289104E9F3}"/>
              </a:ext>
            </a:extLst>
          </p:cNvPr>
          <p:cNvSpPr>
            <a:spLocks noGrp="1"/>
          </p:cNvSpPr>
          <p:nvPr>
            <p:ph type="sldNum" sz="quarter" idx="10"/>
          </p:nvPr>
        </p:nvSpPr>
        <p:spPr/>
        <p:txBody>
          <a:bodyPr/>
          <a:lstStyle>
            <a:lvl1pPr>
              <a:defRPr>
                <a:solidFill>
                  <a:srgbClr val="4B647D"/>
                </a:solidFill>
              </a:defRPr>
            </a:lvl1pPr>
          </a:lstStyle>
          <a:p>
            <a:pPr>
              <a:defRPr/>
            </a:pPr>
            <a:fld id="{B7BACB64-ACD3-4495-9A64-936FBCA468A7}" type="slidenum">
              <a:rPr lang="de-CH" smtClean="0"/>
              <a:pPr>
                <a:defRPr/>
              </a:pPr>
              <a:t>‹#›</a:t>
            </a:fld>
            <a:endParaRPr lang="de-CH"/>
          </a:p>
        </p:txBody>
      </p:sp>
      <p:sp>
        <p:nvSpPr>
          <p:cNvPr id="5" name="Textfeld 15">
            <a:extLst>
              <a:ext uri="{FF2B5EF4-FFF2-40B4-BE49-F238E27FC236}">
                <a16:creationId xmlns:a16="http://schemas.microsoft.com/office/drawing/2014/main" id="{3455541A-D1CF-4483-A637-480F287F7481}"/>
              </a:ext>
            </a:extLst>
          </p:cNvPr>
          <p:cNvSpPr txBox="1">
            <a:spLocks noChangeArrowheads="1"/>
          </p:cNvSpPr>
          <p:nvPr userDrawn="1"/>
        </p:nvSpPr>
        <p:spPr bwMode="auto">
          <a:xfrm>
            <a:off x="456605" y="6300789"/>
            <a:ext cx="8918076"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defTabSz="647700" eaLnBrk="0" hangingPunct="0">
              <a:defRPr sz="2400">
                <a:solidFill>
                  <a:schemeClr val="tx1"/>
                </a:solidFill>
                <a:latin typeface="Calibri" pitchFamily="34" charset="0"/>
                <a:ea typeface="MS PGothic" pitchFamily="34" charset="-128"/>
              </a:defRPr>
            </a:lvl1pPr>
            <a:lvl2pPr marL="742950" indent="-285750" defTabSz="647700" eaLnBrk="0" hangingPunct="0">
              <a:defRPr sz="2400">
                <a:solidFill>
                  <a:schemeClr val="tx1"/>
                </a:solidFill>
                <a:latin typeface="Calibri" pitchFamily="34" charset="0"/>
                <a:ea typeface="MS PGothic" pitchFamily="34" charset="-128"/>
              </a:defRPr>
            </a:lvl2pPr>
            <a:lvl3pPr marL="1143000" indent="-228600" defTabSz="647700" eaLnBrk="0" hangingPunct="0">
              <a:defRPr sz="2400">
                <a:solidFill>
                  <a:schemeClr val="tx1"/>
                </a:solidFill>
                <a:latin typeface="Calibri" pitchFamily="34" charset="0"/>
                <a:ea typeface="MS PGothic" pitchFamily="34" charset="-128"/>
              </a:defRPr>
            </a:lvl3pPr>
            <a:lvl4pPr marL="1600200" indent="-228600" defTabSz="647700" eaLnBrk="0" hangingPunct="0">
              <a:defRPr sz="2400">
                <a:solidFill>
                  <a:schemeClr val="tx1"/>
                </a:solidFill>
                <a:latin typeface="Calibri" pitchFamily="34" charset="0"/>
                <a:ea typeface="MS PGothic" pitchFamily="34" charset="-128"/>
              </a:defRPr>
            </a:lvl4pPr>
            <a:lvl5pPr marL="2057400" indent="-228600" defTabSz="647700" eaLnBrk="0" hangingPunct="0">
              <a:defRPr sz="2400">
                <a:solidFill>
                  <a:schemeClr val="tx1"/>
                </a:solidFill>
                <a:latin typeface="Calibri" pitchFamily="34" charset="0"/>
                <a:ea typeface="MS PGothic" pitchFamily="34" charset="-128"/>
              </a:defRPr>
            </a:lvl5pPr>
            <a:lvl6pPr marL="2514600" indent="-228600" defTabSz="6477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defTabSz="6477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defTabSz="6477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defTabSz="6477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r>
              <a:rPr lang="de-DE" sz="1398">
                <a:solidFill>
                  <a:schemeClr val="tx2"/>
                </a:solidFill>
                <a:latin typeface="Lucida Sans" pitchFamily="34" charset="0"/>
              </a:rPr>
              <a:t>Berner Fachhochschule | Haute </a:t>
            </a:r>
            <a:r>
              <a:rPr lang="de-DE" sz="1398" err="1">
                <a:solidFill>
                  <a:schemeClr val="tx2"/>
                </a:solidFill>
                <a:latin typeface="Lucida Sans" pitchFamily="34" charset="0"/>
              </a:rPr>
              <a:t>école</a:t>
            </a:r>
            <a:r>
              <a:rPr lang="de-DE" sz="1398">
                <a:solidFill>
                  <a:schemeClr val="tx2"/>
                </a:solidFill>
                <a:latin typeface="Lucida Sans" pitchFamily="34" charset="0"/>
              </a:rPr>
              <a:t> </a:t>
            </a:r>
            <a:r>
              <a:rPr lang="de-DE" sz="1398" err="1">
                <a:solidFill>
                  <a:schemeClr val="tx2"/>
                </a:solidFill>
                <a:latin typeface="Lucida Sans" pitchFamily="34" charset="0"/>
              </a:rPr>
              <a:t>spécialisée</a:t>
            </a:r>
            <a:r>
              <a:rPr lang="de-DE" sz="1398">
                <a:solidFill>
                  <a:schemeClr val="tx2"/>
                </a:solidFill>
                <a:latin typeface="Lucida Sans" pitchFamily="34" charset="0"/>
              </a:rPr>
              <a:t> </a:t>
            </a:r>
            <a:r>
              <a:rPr lang="de-DE" sz="1398" err="1">
                <a:solidFill>
                  <a:schemeClr val="tx2"/>
                </a:solidFill>
                <a:latin typeface="Lucida Sans" pitchFamily="34" charset="0"/>
              </a:rPr>
              <a:t>bernoise</a:t>
            </a:r>
            <a:r>
              <a:rPr lang="de-DE" sz="1398">
                <a:solidFill>
                  <a:schemeClr val="tx2"/>
                </a:solidFill>
                <a:latin typeface="Lucida Sans" pitchFamily="34" charset="0"/>
              </a:rPr>
              <a:t> | Bern University </a:t>
            </a:r>
            <a:r>
              <a:rPr lang="de-DE" sz="1398" err="1">
                <a:solidFill>
                  <a:schemeClr val="tx2"/>
                </a:solidFill>
                <a:latin typeface="Lucida Sans" pitchFamily="34" charset="0"/>
              </a:rPr>
              <a:t>of</a:t>
            </a:r>
            <a:r>
              <a:rPr lang="de-DE" sz="1398">
                <a:solidFill>
                  <a:schemeClr val="tx2"/>
                </a:solidFill>
                <a:latin typeface="Lucida Sans" pitchFamily="34" charset="0"/>
              </a:rPr>
              <a:t> Applied </a:t>
            </a:r>
            <a:r>
              <a:rPr lang="de-DE" sz="1398" err="1">
                <a:solidFill>
                  <a:schemeClr val="tx2"/>
                </a:solidFill>
                <a:latin typeface="Lucida Sans" pitchFamily="34" charset="0"/>
              </a:rPr>
              <a:t>Sciences</a:t>
            </a:r>
            <a:endParaRPr lang="de-DE" sz="1398">
              <a:solidFill>
                <a:schemeClr val="tx2"/>
              </a:solidFill>
              <a:latin typeface="Lucida Sans" pitchFamily="34" charset="0"/>
            </a:endParaRPr>
          </a:p>
        </p:txBody>
      </p:sp>
    </p:spTree>
    <p:extLst>
      <p:ext uri="{BB962C8B-B14F-4D97-AF65-F5344CB8AC3E}">
        <p14:creationId xmlns:p14="http://schemas.microsoft.com/office/powerpoint/2010/main" val="2251966105"/>
      </p:ext>
    </p:extLst>
  </p:cSld>
  <p:clrMapOvr>
    <a:masterClrMapping/>
  </p:clrMapOvr>
  <p:extLst>
    <p:ext uri="{DCECCB84-F9BA-43D5-87BE-67443E8EF086}">
      <p15:sldGuideLst xmlns:p15="http://schemas.microsoft.com/office/powerpoint/2012/main">
        <p15:guide id="1" orient="horz" pos="2803">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ild mit Textbox">
    <p:spTree>
      <p:nvGrpSpPr>
        <p:cNvPr id="1" name=""/>
        <p:cNvGrpSpPr/>
        <p:nvPr/>
      </p:nvGrpSpPr>
      <p:grpSpPr>
        <a:xfrm>
          <a:off x="0" y="0"/>
          <a:ext cx="0" cy="0"/>
          <a:chOff x="0" y="0"/>
          <a:chExt cx="0" cy="0"/>
        </a:xfrm>
      </p:grpSpPr>
      <p:sp>
        <p:nvSpPr>
          <p:cNvPr id="17" name="Bildplatzhalter 10">
            <a:extLst>
              <a:ext uri="{FF2B5EF4-FFF2-40B4-BE49-F238E27FC236}">
                <a16:creationId xmlns:a16="http://schemas.microsoft.com/office/drawing/2014/main" id="{034EF83C-B1FD-49FF-B648-E50C717A4176}"/>
              </a:ext>
            </a:extLst>
          </p:cNvPr>
          <p:cNvSpPr>
            <a:spLocks noGrp="1"/>
          </p:cNvSpPr>
          <p:nvPr>
            <p:ph type="pic" sz="quarter" idx="16" hasCustomPrompt="1"/>
          </p:nvPr>
        </p:nvSpPr>
        <p:spPr>
          <a:xfrm>
            <a:off x="0" y="0"/>
            <a:ext cx="12192000" cy="6858000"/>
          </a:xfrm>
          <a:prstGeom prst="rect">
            <a:avLst/>
          </a:prstGeom>
          <a:pattFill prst="lgCheck">
            <a:fgClr>
              <a:schemeClr val="bg1">
                <a:lumMod val="85000"/>
              </a:schemeClr>
            </a:fgClr>
            <a:bgClr>
              <a:schemeClr val="bg1"/>
            </a:bgClr>
          </a:pattFill>
        </p:spPr>
        <p:txBody>
          <a:bodyPr lIns="72000" tIns="0" rIns="72000" bIns="1800000" anchor="ctr"/>
          <a:lstStyle>
            <a:lvl1pPr marL="0" indent="0" algn="ctr">
              <a:buFontTx/>
              <a:buNone/>
              <a:defRPr sz="1398">
                <a:solidFill>
                  <a:schemeClr val="tx2"/>
                </a:solidFill>
              </a:defRPr>
            </a:lvl1pPr>
          </a:lstStyle>
          <a:p>
            <a:r>
              <a:rPr lang="de-DE"/>
              <a:t>Bild in den Platzhalter ziehen und bei Bedarf in den Hintergrund stellen.</a:t>
            </a:r>
            <a:endParaRPr lang="de-CH"/>
          </a:p>
        </p:txBody>
      </p:sp>
      <p:sp>
        <p:nvSpPr>
          <p:cNvPr id="3" name="Textplatzhalter 2">
            <a:extLst>
              <a:ext uri="{FF2B5EF4-FFF2-40B4-BE49-F238E27FC236}">
                <a16:creationId xmlns:a16="http://schemas.microsoft.com/office/drawing/2014/main" id="{4900AA4B-37D2-4481-BCF3-2E414DEA212A}"/>
              </a:ext>
            </a:extLst>
          </p:cNvPr>
          <p:cNvSpPr>
            <a:spLocks noGrp="1"/>
          </p:cNvSpPr>
          <p:nvPr>
            <p:ph type="body" sz="quarter" idx="19"/>
          </p:nvPr>
        </p:nvSpPr>
        <p:spPr>
          <a:xfrm>
            <a:off x="460197" y="3182956"/>
            <a:ext cx="9374681" cy="2743200"/>
          </a:xfrm>
          <a:blipFill>
            <a:blip r:embed="rId2" cstate="screen">
              <a:extLst>
                <a:ext uri="{28A0092B-C50C-407E-A947-70E740481C1C}">
                  <a14:useLocalDpi xmlns:a14="http://schemas.microsoft.com/office/drawing/2010/main"/>
                </a:ext>
              </a:extLst>
            </a:blip>
            <a:stretch>
              <a:fillRect/>
            </a:stretch>
          </a:blipFill>
        </p:spPr>
        <p:txBody>
          <a:bodyPr lIns="144000" tIns="216000" rIns="144000" bIns="144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Tree>
    <p:extLst>
      <p:ext uri="{BB962C8B-B14F-4D97-AF65-F5344CB8AC3E}">
        <p14:creationId xmlns:p14="http://schemas.microsoft.com/office/powerpoint/2010/main" val="1110474093"/>
      </p:ext>
    </p:extLst>
  </p:cSld>
  <p:clrMapOvr>
    <a:masterClrMapping/>
  </p:clrMapOvr>
  <p:extLst>
    <p:ext uri="{DCECCB84-F9BA-43D5-87BE-67443E8EF086}">
      <p15:sldGuideLst xmlns:p15="http://schemas.microsoft.com/office/powerpoint/2012/main">
        <p15:guide id="1" orient="horz" pos="280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Bild">
    <p:spTree>
      <p:nvGrpSpPr>
        <p:cNvPr id="1" name=""/>
        <p:cNvGrpSpPr/>
        <p:nvPr/>
      </p:nvGrpSpPr>
      <p:grpSpPr>
        <a:xfrm>
          <a:off x="0" y="0"/>
          <a:ext cx="0" cy="0"/>
          <a:chOff x="0" y="0"/>
          <a:chExt cx="0" cy="0"/>
        </a:xfrm>
      </p:grpSpPr>
      <p:sp>
        <p:nvSpPr>
          <p:cNvPr id="4" name="Foliennummernplatzhalter 2"/>
          <p:cNvSpPr>
            <a:spLocks noGrp="1"/>
          </p:cNvSpPr>
          <p:nvPr>
            <p:ph type="sldNum" sz="quarter" idx="10"/>
          </p:nvPr>
        </p:nvSpPr>
        <p:spPr/>
        <p:txBody>
          <a:bodyPr/>
          <a:lstStyle>
            <a:lvl1pPr>
              <a:defRPr/>
            </a:lvl1pPr>
          </a:lstStyle>
          <a:p>
            <a:pPr>
              <a:defRPr/>
            </a:pPr>
            <a:fld id="{9F0A35F2-7595-4779-9180-596D2E72BBB9}" type="slidenum">
              <a:rPr lang="de-CH"/>
              <a:pPr>
                <a:defRPr/>
              </a:pPr>
              <a:t>‹#›</a:t>
            </a:fld>
            <a:endParaRPr lang="de-CH"/>
          </a:p>
        </p:txBody>
      </p:sp>
      <p:sp>
        <p:nvSpPr>
          <p:cNvPr id="6" name="Inhaltsplatzhalter 5">
            <a:extLst>
              <a:ext uri="{FF2B5EF4-FFF2-40B4-BE49-F238E27FC236}">
                <a16:creationId xmlns:a16="http://schemas.microsoft.com/office/drawing/2014/main" id="{6A155BAD-5C25-40A7-8727-1B1E570D77EF}"/>
              </a:ext>
            </a:extLst>
          </p:cNvPr>
          <p:cNvSpPr>
            <a:spLocks noGrp="1"/>
          </p:cNvSpPr>
          <p:nvPr>
            <p:ph sz="quarter" idx="1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7" name="Titel 6">
            <a:extLst>
              <a:ext uri="{FF2B5EF4-FFF2-40B4-BE49-F238E27FC236}">
                <a16:creationId xmlns:a16="http://schemas.microsoft.com/office/drawing/2014/main" id="{DD617E98-5641-4B2D-A638-1322515D6625}"/>
              </a:ext>
            </a:extLst>
          </p:cNvPr>
          <p:cNvSpPr>
            <a:spLocks noGrp="1"/>
          </p:cNvSpPr>
          <p:nvPr>
            <p:ph type="title"/>
          </p:nvPr>
        </p:nvSpPr>
        <p:spPr/>
        <p:txBody>
          <a:bodyPr/>
          <a:lstStyle/>
          <a:p>
            <a:r>
              <a:rPr lang="de-DE"/>
              <a:t>Mastertitelformat bearbeiten</a:t>
            </a:r>
            <a:endParaRPr lang="de-CH"/>
          </a:p>
        </p:txBody>
      </p:sp>
    </p:spTree>
    <p:extLst>
      <p:ext uri="{BB962C8B-B14F-4D97-AF65-F5344CB8AC3E}">
        <p14:creationId xmlns:p14="http://schemas.microsoft.com/office/powerpoint/2010/main" val="38877175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Bild mit Untertitel">
    <p:spTree>
      <p:nvGrpSpPr>
        <p:cNvPr id="1" name=""/>
        <p:cNvGrpSpPr/>
        <p:nvPr/>
      </p:nvGrpSpPr>
      <p:grpSpPr>
        <a:xfrm>
          <a:off x="0" y="0"/>
          <a:ext cx="0" cy="0"/>
          <a:chOff x="0" y="0"/>
          <a:chExt cx="0" cy="0"/>
        </a:xfrm>
      </p:grpSpPr>
      <p:sp>
        <p:nvSpPr>
          <p:cNvPr id="15" name="Textplatzhalter 2"/>
          <p:cNvSpPr>
            <a:spLocks noGrp="1"/>
          </p:cNvSpPr>
          <p:nvPr>
            <p:ph type="body" idx="1"/>
          </p:nvPr>
        </p:nvSpPr>
        <p:spPr>
          <a:xfrm>
            <a:off x="450264" y="1376363"/>
            <a:ext cx="11297814" cy="495637"/>
          </a:xfrm>
          <a:prstGeom prst="rect">
            <a:avLst/>
          </a:prstGeom>
        </p:spPr>
        <p:txBody>
          <a:bodyPr lIns="0" rIns="0" anchor="t" anchorCtr="0"/>
          <a:lstStyle>
            <a:lvl1pPr marL="0" indent="0">
              <a:buNone/>
              <a:defRPr sz="2197" b="0" i="0">
                <a:solidFill>
                  <a:schemeClr val="tx2"/>
                </a:solidFill>
                <a:latin typeface="Lucida Sans"/>
                <a:cs typeface="Lucida Sans"/>
              </a:defRPr>
            </a:lvl1pPr>
            <a:lvl2pPr marL="456606" indent="0">
              <a:buNone/>
              <a:defRPr sz="1997" b="1"/>
            </a:lvl2pPr>
            <a:lvl3pPr marL="913211" indent="0">
              <a:buNone/>
              <a:defRPr sz="1798" b="1"/>
            </a:lvl3pPr>
            <a:lvl4pPr marL="1369817" indent="0">
              <a:buNone/>
              <a:defRPr sz="1598" b="1"/>
            </a:lvl4pPr>
            <a:lvl5pPr marL="1826423" indent="0">
              <a:buNone/>
              <a:defRPr sz="1598" b="1"/>
            </a:lvl5pPr>
            <a:lvl6pPr marL="2283028" indent="0">
              <a:buNone/>
              <a:defRPr sz="1598" b="1"/>
            </a:lvl6pPr>
            <a:lvl7pPr marL="2739634" indent="0">
              <a:buNone/>
              <a:defRPr sz="1598" b="1"/>
            </a:lvl7pPr>
            <a:lvl8pPr marL="3196239" indent="0">
              <a:buNone/>
              <a:defRPr sz="1598" b="1"/>
            </a:lvl8pPr>
            <a:lvl9pPr marL="3652845" indent="0">
              <a:buNone/>
              <a:defRPr sz="1598" b="1"/>
            </a:lvl9pPr>
          </a:lstStyle>
          <a:p>
            <a:pPr lvl="0"/>
            <a:r>
              <a:rPr lang="de-DE"/>
              <a:t>Mastertextformat bearbeiten</a:t>
            </a:r>
          </a:p>
        </p:txBody>
      </p:sp>
      <p:sp>
        <p:nvSpPr>
          <p:cNvPr id="5" name="Foliennummernplatzhalter 2"/>
          <p:cNvSpPr>
            <a:spLocks noGrp="1"/>
          </p:cNvSpPr>
          <p:nvPr>
            <p:ph type="sldNum" sz="quarter" idx="14"/>
          </p:nvPr>
        </p:nvSpPr>
        <p:spPr/>
        <p:txBody>
          <a:bodyPr/>
          <a:lstStyle>
            <a:lvl1pPr>
              <a:defRPr/>
            </a:lvl1pPr>
          </a:lstStyle>
          <a:p>
            <a:pPr>
              <a:defRPr/>
            </a:pPr>
            <a:fld id="{53C55A69-AF00-48CA-9C5B-76F6193071D6}" type="slidenum">
              <a:rPr lang="de-CH"/>
              <a:pPr>
                <a:defRPr/>
              </a:pPr>
              <a:t>‹#›</a:t>
            </a:fld>
            <a:endParaRPr lang="de-CH"/>
          </a:p>
        </p:txBody>
      </p:sp>
      <p:sp>
        <p:nvSpPr>
          <p:cNvPr id="2" name="Titel 1">
            <a:extLst>
              <a:ext uri="{FF2B5EF4-FFF2-40B4-BE49-F238E27FC236}">
                <a16:creationId xmlns:a16="http://schemas.microsoft.com/office/drawing/2014/main" id="{E2C449D1-1247-49B8-8578-3105EE3226E6}"/>
              </a:ext>
            </a:extLst>
          </p:cNvPr>
          <p:cNvSpPr>
            <a:spLocks noGrp="1"/>
          </p:cNvSpPr>
          <p:nvPr>
            <p:ph type="title"/>
          </p:nvPr>
        </p:nvSpPr>
        <p:spPr/>
        <p:txBody>
          <a:bodyPr/>
          <a:lstStyle/>
          <a:p>
            <a:r>
              <a:rPr lang="de-DE"/>
              <a:t>Mastertitelformat bearbeiten</a:t>
            </a:r>
            <a:endParaRPr lang="de-CH"/>
          </a:p>
        </p:txBody>
      </p:sp>
      <p:sp>
        <p:nvSpPr>
          <p:cNvPr id="4" name="Inhaltsplatzhalter 3">
            <a:extLst>
              <a:ext uri="{FF2B5EF4-FFF2-40B4-BE49-F238E27FC236}">
                <a16:creationId xmlns:a16="http://schemas.microsoft.com/office/drawing/2014/main" id="{44C75B05-03A1-469D-8437-A6AA010E7208}"/>
              </a:ext>
            </a:extLst>
          </p:cNvPr>
          <p:cNvSpPr>
            <a:spLocks noGrp="1"/>
          </p:cNvSpPr>
          <p:nvPr>
            <p:ph sz="quarter" idx="15"/>
          </p:nvPr>
        </p:nvSpPr>
        <p:spPr>
          <a:xfrm>
            <a:off x="450264" y="2168525"/>
            <a:ext cx="11291473" cy="39973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Tree>
    <p:extLst>
      <p:ext uri="{BB962C8B-B14F-4D97-AF65-F5344CB8AC3E}">
        <p14:creationId xmlns:p14="http://schemas.microsoft.com/office/powerpoint/2010/main" val="906656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Zwei Textfelder/Bilder">
    <p:spTree>
      <p:nvGrpSpPr>
        <p:cNvPr id="1" name=""/>
        <p:cNvGrpSpPr/>
        <p:nvPr/>
      </p:nvGrpSpPr>
      <p:grpSpPr>
        <a:xfrm>
          <a:off x="0" y="0"/>
          <a:ext cx="0" cy="0"/>
          <a:chOff x="0" y="0"/>
          <a:chExt cx="0" cy="0"/>
        </a:xfrm>
      </p:grpSpPr>
      <p:sp>
        <p:nvSpPr>
          <p:cNvPr id="15" name="Textplatzhalter 2"/>
          <p:cNvSpPr>
            <a:spLocks noGrp="1"/>
          </p:cNvSpPr>
          <p:nvPr>
            <p:ph type="body" idx="1"/>
          </p:nvPr>
        </p:nvSpPr>
        <p:spPr>
          <a:xfrm>
            <a:off x="450265" y="5399232"/>
            <a:ext cx="5500837" cy="720583"/>
          </a:xfrm>
          <a:prstGeom prst="rect">
            <a:avLst/>
          </a:prstGeom>
        </p:spPr>
        <p:txBody>
          <a:bodyPr lIns="0" rIns="0" anchor="t" anchorCtr="0"/>
          <a:lstStyle>
            <a:lvl1pPr marL="0" indent="0">
              <a:buNone/>
              <a:defRPr sz="1798" b="0" i="0">
                <a:solidFill>
                  <a:schemeClr val="tx1"/>
                </a:solidFill>
                <a:latin typeface="Lucida Sans"/>
                <a:cs typeface="Lucida Sans"/>
              </a:defRPr>
            </a:lvl1pPr>
            <a:lvl2pPr marL="456606" indent="0">
              <a:buNone/>
              <a:defRPr sz="1997" b="1"/>
            </a:lvl2pPr>
            <a:lvl3pPr marL="913211" indent="0">
              <a:buNone/>
              <a:defRPr sz="1798" b="1"/>
            </a:lvl3pPr>
            <a:lvl4pPr marL="1369817" indent="0">
              <a:buNone/>
              <a:defRPr sz="1598" b="1"/>
            </a:lvl4pPr>
            <a:lvl5pPr marL="1826423" indent="0">
              <a:buNone/>
              <a:defRPr sz="1598" b="1"/>
            </a:lvl5pPr>
            <a:lvl6pPr marL="2283028" indent="0">
              <a:buNone/>
              <a:defRPr sz="1598" b="1"/>
            </a:lvl6pPr>
            <a:lvl7pPr marL="2739634" indent="0">
              <a:buNone/>
              <a:defRPr sz="1598" b="1"/>
            </a:lvl7pPr>
            <a:lvl8pPr marL="3196239" indent="0">
              <a:buNone/>
              <a:defRPr sz="1598" b="1"/>
            </a:lvl8pPr>
            <a:lvl9pPr marL="3652845" indent="0">
              <a:buNone/>
              <a:defRPr sz="1598" b="1"/>
            </a:lvl9pPr>
          </a:lstStyle>
          <a:p>
            <a:pPr lvl="0"/>
            <a:r>
              <a:rPr lang="de-DE"/>
              <a:t>Mastertextformat bearbeiten</a:t>
            </a:r>
          </a:p>
        </p:txBody>
      </p:sp>
      <p:sp>
        <p:nvSpPr>
          <p:cNvPr id="14" name="Textplatzhalter 2"/>
          <p:cNvSpPr>
            <a:spLocks noGrp="1"/>
          </p:cNvSpPr>
          <p:nvPr>
            <p:ph type="body" idx="18"/>
          </p:nvPr>
        </p:nvSpPr>
        <p:spPr>
          <a:xfrm>
            <a:off x="6240899" y="5399232"/>
            <a:ext cx="5500837" cy="720583"/>
          </a:xfrm>
          <a:prstGeom prst="rect">
            <a:avLst/>
          </a:prstGeom>
        </p:spPr>
        <p:txBody>
          <a:bodyPr lIns="0" rIns="0" anchor="t" anchorCtr="0"/>
          <a:lstStyle>
            <a:lvl1pPr marL="0" indent="0">
              <a:buNone/>
              <a:defRPr sz="1798" b="0" i="0">
                <a:solidFill>
                  <a:schemeClr val="tx1"/>
                </a:solidFill>
                <a:latin typeface="Lucida Sans"/>
                <a:cs typeface="Lucida Sans"/>
              </a:defRPr>
            </a:lvl1pPr>
            <a:lvl2pPr marL="456606" indent="0">
              <a:buNone/>
              <a:defRPr sz="1997" b="1"/>
            </a:lvl2pPr>
            <a:lvl3pPr marL="913211" indent="0">
              <a:buNone/>
              <a:defRPr sz="1798" b="1"/>
            </a:lvl3pPr>
            <a:lvl4pPr marL="1369817" indent="0">
              <a:buNone/>
              <a:defRPr sz="1598" b="1"/>
            </a:lvl4pPr>
            <a:lvl5pPr marL="1826423" indent="0">
              <a:buNone/>
              <a:defRPr sz="1598" b="1"/>
            </a:lvl5pPr>
            <a:lvl6pPr marL="2283028" indent="0">
              <a:buNone/>
              <a:defRPr sz="1598" b="1"/>
            </a:lvl6pPr>
            <a:lvl7pPr marL="2739634" indent="0">
              <a:buNone/>
              <a:defRPr sz="1598" b="1"/>
            </a:lvl7pPr>
            <a:lvl8pPr marL="3196239" indent="0">
              <a:buNone/>
              <a:defRPr sz="1598" b="1"/>
            </a:lvl8pPr>
            <a:lvl9pPr marL="3652845" indent="0">
              <a:buNone/>
              <a:defRPr sz="1598" b="1"/>
            </a:lvl9pPr>
          </a:lstStyle>
          <a:p>
            <a:pPr lvl="0"/>
            <a:r>
              <a:rPr lang="de-DE"/>
              <a:t>Mastertextformat bearbeiten</a:t>
            </a:r>
          </a:p>
        </p:txBody>
      </p:sp>
      <p:sp>
        <p:nvSpPr>
          <p:cNvPr id="7" name="Foliennummernplatzhalter 2"/>
          <p:cNvSpPr>
            <a:spLocks noGrp="1"/>
          </p:cNvSpPr>
          <p:nvPr>
            <p:ph type="sldNum" sz="quarter" idx="19"/>
          </p:nvPr>
        </p:nvSpPr>
        <p:spPr/>
        <p:txBody>
          <a:bodyPr/>
          <a:lstStyle>
            <a:lvl1pPr>
              <a:defRPr/>
            </a:lvl1pPr>
          </a:lstStyle>
          <a:p>
            <a:pPr>
              <a:defRPr/>
            </a:pPr>
            <a:fld id="{853B21B8-EC19-437D-956C-B9E2193DE066}" type="slidenum">
              <a:rPr lang="de-CH"/>
              <a:pPr>
                <a:defRPr/>
              </a:pPr>
              <a:t>‹#›</a:t>
            </a:fld>
            <a:endParaRPr lang="de-CH"/>
          </a:p>
        </p:txBody>
      </p:sp>
      <p:sp>
        <p:nvSpPr>
          <p:cNvPr id="3" name="Inhaltsplatzhalter 2">
            <a:extLst>
              <a:ext uri="{FF2B5EF4-FFF2-40B4-BE49-F238E27FC236}">
                <a16:creationId xmlns:a16="http://schemas.microsoft.com/office/drawing/2014/main" id="{89BC0020-5A4E-4E7E-8112-8525C911ECC7}"/>
              </a:ext>
            </a:extLst>
          </p:cNvPr>
          <p:cNvSpPr>
            <a:spLocks noGrp="1"/>
          </p:cNvSpPr>
          <p:nvPr>
            <p:ph sz="quarter" idx="20"/>
          </p:nvPr>
        </p:nvSpPr>
        <p:spPr>
          <a:xfrm>
            <a:off x="450264" y="1376364"/>
            <a:ext cx="5501462" cy="40227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12" name="Inhaltsplatzhalter 2">
            <a:extLst>
              <a:ext uri="{FF2B5EF4-FFF2-40B4-BE49-F238E27FC236}">
                <a16:creationId xmlns:a16="http://schemas.microsoft.com/office/drawing/2014/main" id="{4935BA25-EBE1-4D7C-B30F-41097A42AEF3}"/>
              </a:ext>
            </a:extLst>
          </p:cNvPr>
          <p:cNvSpPr>
            <a:spLocks noGrp="1"/>
          </p:cNvSpPr>
          <p:nvPr>
            <p:ph sz="quarter" idx="21"/>
          </p:nvPr>
        </p:nvSpPr>
        <p:spPr>
          <a:xfrm>
            <a:off x="6240275" y="1376363"/>
            <a:ext cx="5501462" cy="40227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Titel 3">
            <a:extLst>
              <a:ext uri="{FF2B5EF4-FFF2-40B4-BE49-F238E27FC236}">
                <a16:creationId xmlns:a16="http://schemas.microsoft.com/office/drawing/2014/main" id="{7617F79C-BB35-4B9B-9765-B5F521C89DF1}"/>
              </a:ext>
            </a:extLst>
          </p:cNvPr>
          <p:cNvSpPr>
            <a:spLocks noGrp="1"/>
          </p:cNvSpPr>
          <p:nvPr>
            <p:ph type="title"/>
          </p:nvPr>
        </p:nvSpPr>
        <p:spPr/>
        <p:txBody>
          <a:bodyPr/>
          <a:lstStyle/>
          <a:p>
            <a:r>
              <a:rPr lang="de-DE"/>
              <a:t>Mastertitelformat bearbeiten</a:t>
            </a:r>
            <a:endParaRPr lang="de-CH"/>
          </a:p>
        </p:txBody>
      </p:sp>
    </p:spTree>
    <p:extLst>
      <p:ext uri="{BB962C8B-B14F-4D97-AF65-F5344CB8AC3E}">
        <p14:creationId xmlns:p14="http://schemas.microsoft.com/office/powerpoint/2010/main" val="35111287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Zwei Textfelder/Bilder mit Untertitel">
    <p:spTree>
      <p:nvGrpSpPr>
        <p:cNvPr id="1" name=""/>
        <p:cNvGrpSpPr/>
        <p:nvPr/>
      </p:nvGrpSpPr>
      <p:grpSpPr>
        <a:xfrm>
          <a:off x="0" y="0"/>
          <a:ext cx="0" cy="0"/>
          <a:chOff x="0" y="0"/>
          <a:chExt cx="0" cy="0"/>
        </a:xfrm>
      </p:grpSpPr>
      <p:sp>
        <p:nvSpPr>
          <p:cNvPr id="15" name="Textplatzhalter 2"/>
          <p:cNvSpPr>
            <a:spLocks noGrp="1"/>
          </p:cNvSpPr>
          <p:nvPr>
            <p:ph type="body" idx="1"/>
          </p:nvPr>
        </p:nvSpPr>
        <p:spPr>
          <a:xfrm>
            <a:off x="450264" y="1380415"/>
            <a:ext cx="5500837" cy="540000"/>
          </a:xfrm>
          <a:prstGeom prst="rect">
            <a:avLst/>
          </a:prstGeom>
        </p:spPr>
        <p:txBody>
          <a:bodyPr lIns="0" rIns="0" anchor="t" anchorCtr="0"/>
          <a:lstStyle>
            <a:lvl1pPr marL="0" indent="0">
              <a:buNone/>
              <a:defRPr sz="2197" b="0" i="0">
                <a:solidFill>
                  <a:schemeClr val="tx2"/>
                </a:solidFill>
                <a:latin typeface="Lucida Sans"/>
                <a:cs typeface="Lucida Sans"/>
              </a:defRPr>
            </a:lvl1pPr>
            <a:lvl2pPr marL="456606" indent="0">
              <a:buNone/>
              <a:defRPr sz="1997" b="1"/>
            </a:lvl2pPr>
            <a:lvl3pPr marL="913211" indent="0">
              <a:buNone/>
              <a:defRPr sz="1798" b="1"/>
            </a:lvl3pPr>
            <a:lvl4pPr marL="1369817" indent="0">
              <a:buNone/>
              <a:defRPr sz="1598" b="1"/>
            </a:lvl4pPr>
            <a:lvl5pPr marL="1826423" indent="0">
              <a:buNone/>
              <a:defRPr sz="1598" b="1"/>
            </a:lvl5pPr>
            <a:lvl6pPr marL="2283028" indent="0">
              <a:buNone/>
              <a:defRPr sz="1598" b="1"/>
            </a:lvl6pPr>
            <a:lvl7pPr marL="2739634" indent="0">
              <a:buNone/>
              <a:defRPr sz="1598" b="1"/>
            </a:lvl7pPr>
            <a:lvl8pPr marL="3196239" indent="0">
              <a:buNone/>
              <a:defRPr sz="1598" b="1"/>
            </a:lvl8pPr>
            <a:lvl9pPr marL="3652845" indent="0">
              <a:buNone/>
              <a:defRPr sz="1598" b="1"/>
            </a:lvl9pPr>
          </a:lstStyle>
          <a:p>
            <a:pPr lvl="0"/>
            <a:r>
              <a:rPr lang="de-DE"/>
              <a:t>Mastertextformat bearbeiten</a:t>
            </a:r>
          </a:p>
        </p:txBody>
      </p:sp>
      <p:sp>
        <p:nvSpPr>
          <p:cNvPr id="17" name="Textplatzhalter 2"/>
          <p:cNvSpPr>
            <a:spLocks noGrp="1"/>
          </p:cNvSpPr>
          <p:nvPr>
            <p:ph type="body" idx="14"/>
          </p:nvPr>
        </p:nvSpPr>
        <p:spPr>
          <a:xfrm>
            <a:off x="6240899" y="1380415"/>
            <a:ext cx="5500837" cy="540000"/>
          </a:xfrm>
          <a:prstGeom prst="rect">
            <a:avLst/>
          </a:prstGeom>
        </p:spPr>
        <p:txBody>
          <a:bodyPr lIns="0" rIns="0" anchor="t" anchorCtr="0"/>
          <a:lstStyle>
            <a:lvl1pPr marL="0" indent="0">
              <a:buNone/>
              <a:defRPr sz="2197" b="0" i="0">
                <a:solidFill>
                  <a:schemeClr val="tx2"/>
                </a:solidFill>
                <a:latin typeface="Lucida Sans"/>
                <a:cs typeface="Lucida Sans"/>
              </a:defRPr>
            </a:lvl1pPr>
            <a:lvl2pPr marL="456606" indent="0">
              <a:buNone/>
              <a:defRPr sz="1997" b="1"/>
            </a:lvl2pPr>
            <a:lvl3pPr marL="913211" indent="0">
              <a:buNone/>
              <a:defRPr sz="1798" b="1"/>
            </a:lvl3pPr>
            <a:lvl4pPr marL="1369817" indent="0">
              <a:buNone/>
              <a:defRPr sz="1598" b="1"/>
            </a:lvl4pPr>
            <a:lvl5pPr marL="1826423" indent="0">
              <a:buNone/>
              <a:defRPr sz="1598" b="1"/>
            </a:lvl5pPr>
            <a:lvl6pPr marL="2283028" indent="0">
              <a:buNone/>
              <a:defRPr sz="1598" b="1"/>
            </a:lvl6pPr>
            <a:lvl7pPr marL="2739634" indent="0">
              <a:buNone/>
              <a:defRPr sz="1598" b="1"/>
            </a:lvl7pPr>
            <a:lvl8pPr marL="3196239" indent="0">
              <a:buNone/>
              <a:defRPr sz="1598" b="1"/>
            </a:lvl8pPr>
            <a:lvl9pPr marL="3652845" indent="0">
              <a:buNone/>
              <a:defRPr sz="1598" b="1"/>
            </a:lvl9pPr>
          </a:lstStyle>
          <a:p>
            <a:pPr lvl="0"/>
            <a:r>
              <a:rPr lang="de-DE"/>
              <a:t>Mastertextformat bearbeiten</a:t>
            </a:r>
          </a:p>
        </p:txBody>
      </p:sp>
      <p:sp>
        <p:nvSpPr>
          <p:cNvPr id="7" name="Foliennummernplatzhalter 2"/>
          <p:cNvSpPr>
            <a:spLocks noGrp="1"/>
          </p:cNvSpPr>
          <p:nvPr>
            <p:ph type="sldNum" sz="quarter" idx="16"/>
          </p:nvPr>
        </p:nvSpPr>
        <p:spPr/>
        <p:txBody>
          <a:bodyPr/>
          <a:lstStyle>
            <a:lvl1pPr>
              <a:defRPr/>
            </a:lvl1pPr>
          </a:lstStyle>
          <a:p>
            <a:pPr>
              <a:defRPr/>
            </a:pPr>
            <a:fld id="{ECA6D72C-BFB2-41C7-957D-2E87BB499368}" type="slidenum">
              <a:rPr lang="de-CH"/>
              <a:pPr>
                <a:defRPr/>
              </a:pPr>
              <a:t>‹#›</a:t>
            </a:fld>
            <a:endParaRPr lang="de-CH"/>
          </a:p>
        </p:txBody>
      </p:sp>
      <p:sp>
        <p:nvSpPr>
          <p:cNvPr id="2" name="Titel 1">
            <a:extLst>
              <a:ext uri="{FF2B5EF4-FFF2-40B4-BE49-F238E27FC236}">
                <a16:creationId xmlns:a16="http://schemas.microsoft.com/office/drawing/2014/main" id="{16A08CF5-263A-4947-BB68-C590B7562BEA}"/>
              </a:ext>
            </a:extLst>
          </p:cNvPr>
          <p:cNvSpPr>
            <a:spLocks noGrp="1"/>
          </p:cNvSpPr>
          <p:nvPr>
            <p:ph type="title"/>
          </p:nvPr>
        </p:nvSpPr>
        <p:spPr/>
        <p:txBody>
          <a:bodyPr/>
          <a:lstStyle/>
          <a:p>
            <a:r>
              <a:rPr lang="de-DE"/>
              <a:t>Mastertitelformat bearbeiten</a:t>
            </a:r>
            <a:endParaRPr lang="de-CH"/>
          </a:p>
        </p:txBody>
      </p:sp>
      <p:sp>
        <p:nvSpPr>
          <p:cNvPr id="4" name="Inhaltsplatzhalter 3">
            <a:extLst>
              <a:ext uri="{FF2B5EF4-FFF2-40B4-BE49-F238E27FC236}">
                <a16:creationId xmlns:a16="http://schemas.microsoft.com/office/drawing/2014/main" id="{C39B5EF5-94CD-49C5-82F5-0D240C4018ED}"/>
              </a:ext>
            </a:extLst>
          </p:cNvPr>
          <p:cNvSpPr>
            <a:spLocks noGrp="1"/>
          </p:cNvSpPr>
          <p:nvPr>
            <p:ph sz="quarter" idx="17"/>
          </p:nvPr>
        </p:nvSpPr>
        <p:spPr>
          <a:xfrm>
            <a:off x="450264" y="2168525"/>
            <a:ext cx="5501462" cy="39973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11" name="Inhaltsplatzhalter 3">
            <a:extLst>
              <a:ext uri="{FF2B5EF4-FFF2-40B4-BE49-F238E27FC236}">
                <a16:creationId xmlns:a16="http://schemas.microsoft.com/office/drawing/2014/main" id="{06C6BB0C-191E-4DD9-ADEA-BB9CACAB21CC}"/>
              </a:ext>
            </a:extLst>
          </p:cNvPr>
          <p:cNvSpPr>
            <a:spLocks noGrp="1"/>
          </p:cNvSpPr>
          <p:nvPr>
            <p:ph sz="quarter" idx="18"/>
          </p:nvPr>
        </p:nvSpPr>
        <p:spPr>
          <a:xfrm>
            <a:off x="6240275" y="2168524"/>
            <a:ext cx="5501462" cy="39973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Tree>
    <p:extLst>
      <p:ext uri="{BB962C8B-B14F-4D97-AF65-F5344CB8AC3E}">
        <p14:creationId xmlns:p14="http://schemas.microsoft.com/office/powerpoint/2010/main" val="23782483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rei Textfelder/Bilder">
    <p:spTree>
      <p:nvGrpSpPr>
        <p:cNvPr id="1" name=""/>
        <p:cNvGrpSpPr/>
        <p:nvPr/>
      </p:nvGrpSpPr>
      <p:grpSpPr>
        <a:xfrm>
          <a:off x="0" y="0"/>
          <a:ext cx="0" cy="0"/>
          <a:chOff x="0" y="0"/>
          <a:chExt cx="0" cy="0"/>
        </a:xfrm>
      </p:grpSpPr>
      <p:sp>
        <p:nvSpPr>
          <p:cNvPr id="15" name="Textplatzhalter 2"/>
          <p:cNvSpPr>
            <a:spLocks noGrp="1"/>
          </p:cNvSpPr>
          <p:nvPr>
            <p:ph type="body" idx="1"/>
          </p:nvPr>
        </p:nvSpPr>
        <p:spPr>
          <a:xfrm>
            <a:off x="453010" y="5399232"/>
            <a:ext cx="3552175" cy="720583"/>
          </a:xfrm>
          <a:prstGeom prst="rect">
            <a:avLst/>
          </a:prstGeom>
        </p:spPr>
        <p:txBody>
          <a:bodyPr lIns="0" anchor="t" anchorCtr="0"/>
          <a:lstStyle>
            <a:lvl1pPr marL="0" indent="0">
              <a:buNone/>
              <a:defRPr sz="1798" b="0" i="0">
                <a:solidFill>
                  <a:schemeClr val="tx1"/>
                </a:solidFill>
                <a:latin typeface="Lucida Sans"/>
                <a:cs typeface="Lucida Sans"/>
              </a:defRPr>
            </a:lvl1pPr>
            <a:lvl2pPr marL="456606" indent="0">
              <a:buNone/>
              <a:defRPr sz="1997" b="1"/>
            </a:lvl2pPr>
            <a:lvl3pPr marL="913211" indent="0">
              <a:buNone/>
              <a:defRPr sz="1798" b="1"/>
            </a:lvl3pPr>
            <a:lvl4pPr marL="1369817" indent="0">
              <a:buNone/>
              <a:defRPr sz="1598" b="1"/>
            </a:lvl4pPr>
            <a:lvl5pPr marL="1826423" indent="0">
              <a:buNone/>
              <a:defRPr sz="1598" b="1"/>
            </a:lvl5pPr>
            <a:lvl6pPr marL="2283028" indent="0">
              <a:buNone/>
              <a:defRPr sz="1598" b="1"/>
            </a:lvl6pPr>
            <a:lvl7pPr marL="2739634" indent="0">
              <a:buNone/>
              <a:defRPr sz="1598" b="1"/>
            </a:lvl7pPr>
            <a:lvl8pPr marL="3196239" indent="0">
              <a:buNone/>
              <a:defRPr sz="1598" b="1"/>
            </a:lvl8pPr>
            <a:lvl9pPr marL="3652845" indent="0">
              <a:buNone/>
              <a:defRPr sz="1598" b="1"/>
            </a:lvl9pPr>
          </a:lstStyle>
          <a:p>
            <a:pPr lvl="0"/>
            <a:r>
              <a:rPr lang="de-DE"/>
              <a:t>Mastertextformat bearbeiten</a:t>
            </a:r>
          </a:p>
        </p:txBody>
      </p:sp>
      <p:sp>
        <p:nvSpPr>
          <p:cNvPr id="14" name="Textplatzhalter 2"/>
          <p:cNvSpPr>
            <a:spLocks noGrp="1"/>
          </p:cNvSpPr>
          <p:nvPr>
            <p:ph type="body" idx="18"/>
          </p:nvPr>
        </p:nvSpPr>
        <p:spPr>
          <a:xfrm>
            <a:off x="4321286" y="5399232"/>
            <a:ext cx="3552175" cy="720583"/>
          </a:xfrm>
          <a:prstGeom prst="rect">
            <a:avLst/>
          </a:prstGeom>
        </p:spPr>
        <p:txBody>
          <a:bodyPr lIns="0" anchor="t" anchorCtr="0"/>
          <a:lstStyle>
            <a:lvl1pPr marL="0" indent="0">
              <a:buNone/>
              <a:defRPr sz="1798" b="0" i="0">
                <a:solidFill>
                  <a:schemeClr val="tx1"/>
                </a:solidFill>
                <a:latin typeface="Lucida Sans"/>
                <a:cs typeface="Lucida Sans"/>
              </a:defRPr>
            </a:lvl1pPr>
            <a:lvl2pPr marL="456606" indent="0">
              <a:buNone/>
              <a:defRPr sz="1997" b="1"/>
            </a:lvl2pPr>
            <a:lvl3pPr marL="913211" indent="0">
              <a:buNone/>
              <a:defRPr sz="1798" b="1"/>
            </a:lvl3pPr>
            <a:lvl4pPr marL="1369817" indent="0">
              <a:buNone/>
              <a:defRPr sz="1598" b="1"/>
            </a:lvl4pPr>
            <a:lvl5pPr marL="1826423" indent="0">
              <a:buNone/>
              <a:defRPr sz="1598" b="1"/>
            </a:lvl5pPr>
            <a:lvl6pPr marL="2283028" indent="0">
              <a:buNone/>
              <a:defRPr sz="1598" b="1"/>
            </a:lvl6pPr>
            <a:lvl7pPr marL="2739634" indent="0">
              <a:buNone/>
              <a:defRPr sz="1598" b="1"/>
            </a:lvl7pPr>
            <a:lvl8pPr marL="3196239" indent="0">
              <a:buNone/>
              <a:defRPr sz="1598" b="1"/>
            </a:lvl8pPr>
            <a:lvl9pPr marL="3652845" indent="0">
              <a:buNone/>
              <a:defRPr sz="1598" b="1"/>
            </a:lvl9pPr>
          </a:lstStyle>
          <a:p>
            <a:pPr lvl="0"/>
            <a:r>
              <a:rPr lang="de-DE"/>
              <a:t>Mastertextformat bearbeiten</a:t>
            </a:r>
          </a:p>
        </p:txBody>
      </p:sp>
      <p:sp>
        <p:nvSpPr>
          <p:cNvPr id="8" name="Textplatzhalter 2"/>
          <p:cNvSpPr>
            <a:spLocks noGrp="1"/>
          </p:cNvSpPr>
          <p:nvPr>
            <p:ph type="body" idx="20"/>
          </p:nvPr>
        </p:nvSpPr>
        <p:spPr>
          <a:xfrm>
            <a:off x="8189561" y="5399232"/>
            <a:ext cx="3552175" cy="720583"/>
          </a:xfrm>
          <a:prstGeom prst="rect">
            <a:avLst/>
          </a:prstGeom>
        </p:spPr>
        <p:txBody>
          <a:bodyPr lIns="0" anchor="t" anchorCtr="0"/>
          <a:lstStyle>
            <a:lvl1pPr marL="0" indent="0">
              <a:buNone/>
              <a:defRPr sz="1798" b="0" i="0">
                <a:solidFill>
                  <a:schemeClr val="tx1"/>
                </a:solidFill>
                <a:latin typeface="Lucida Sans"/>
                <a:cs typeface="Lucida Sans"/>
              </a:defRPr>
            </a:lvl1pPr>
            <a:lvl2pPr marL="456606" indent="0">
              <a:buNone/>
              <a:defRPr sz="1997" b="1"/>
            </a:lvl2pPr>
            <a:lvl3pPr marL="913211" indent="0">
              <a:buNone/>
              <a:defRPr sz="1798" b="1"/>
            </a:lvl3pPr>
            <a:lvl4pPr marL="1369817" indent="0">
              <a:buNone/>
              <a:defRPr sz="1598" b="1"/>
            </a:lvl4pPr>
            <a:lvl5pPr marL="1826423" indent="0">
              <a:buNone/>
              <a:defRPr sz="1598" b="1"/>
            </a:lvl5pPr>
            <a:lvl6pPr marL="2283028" indent="0">
              <a:buNone/>
              <a:defRPr sz="1598" b="1"/>
            </a:lvl6pPr>
            <a:lvl7pPr marL="2739634" indent="0">
              <a:buNone/>
              <a:defRPr sz="1598" b="1"/>
            </a:lvl7pPr>
            <a:lvl8pPr marL="3196239" indent="0">
              <a:buNone/>
              <a:defRPr sz="1598" b="1"/>
            </a:lvl8pPr>
            <a:lvl9pPr marL="3652845" indent="0">
              <a:buNone/>
              <a:defRPr sz="1598" b="1"/>
            </a:lvl9pPr>
          </a:lstStyle>
          <a:p>
            <a:pPr lvl="0"/>
            <a:r>
              <a:rPr lang="de-DE"/>
              <a:t>Mastertextformat bearbeiten</a:t>
            </a:r>
          </a:p>
        </p:txBody>
      </p:sp>
      <p:sp>
        <p:nvSpPr>
          <p:cNvPr id="12" name="Foliennummernplatzhalter 2"/>
          <p:cNvSpPr>
            <a:spLocks noGrp="1"/>
          </p:cNvSpPr>
          <p:nvPr>
            <p:ph type="sldNum" sz="quarter" idx="21"/>
          </p:nvPr>
        </p:nvSpPr>
        <p:spPr/>
        <p:txBody>
          <a:bodyPr/>
          <a:lstStyle>
            <a:lvl1pPr>
              <a:defRPr/>
            </a:lvl1pPr>
          </a:lstStyle>
          <a:p>
            <a:pPr>
              <a:defRPr/>
            </a:pPr>
            <a:fld id="{AB50D9A4-4B03-4410-9017-78E09E000AC4}" type="slidenum">
              <a:rPr lang="de-CH"/>
              <a:pPr>
                <a:defRPr/>
              </a:pPr>
              <a:t>‹#›</a:t>
            </a:fld>
            <a:endParaRPr lang="de-CH"/>
          </a:p>
        </p:txBody>
      </p:sp>
      <p:sp>
        <p:nvSpPr>
          <p:cNvPr id="3" name="Inhaltsplatzhalter 2">
            <a:extLst>
              <a:ext uri="{FF2B5EF4-FFF2-40B4-BE49-F238E27FC236}">
                <a16:creationId xmlns:a16="http://schemas.microsoft.com/office/drawing/2014/main" id="{A6F64B01-81C7-4C98-B7AD-930612B79E2A}"/>
              </a:ext>
            </a:extLst>
          </p:cNvPr>
          <p:cNvSpPr>
            <a:spLocks noGrp="1"/>
          </p:cNvSpPr>
          <p:nvPr>
            <p:ph sz="quarter" idx="22"/>
          </p:nvPr>
        </p:nvSpPr>
        <p:spPr>
          <a:xfrm>
            <a:off x="453434" y="2168526"/>
            <a:ext cx="3551376" cy="323056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5" name="Inhaltsplatzhalter 4">
            <a:extLst>
              <a:ext uri="{FF2B5EF4-FFF2-40B4-BE49-F238E27FC236}">
                <a16:creationId xmlns:a16="http://schemas.microsoft.com/office/drawing/2014/main" id="{6BDB8EE7-F71B-4F3D-AD80-682B656ED27B}"/>
              </a:ext>
            </a:extLst>
          </p:cNvPr>
          <p:cNvSpPr>
            <a:spLocks noGrp="1"/>
          </p:cNvSpPr>
          <p:nvPr>
            <p:ph sz="quarter" idx="23"/>
          </p:nvPr>
        </p:nvSpPr>
        <p:spPr>
          <a:xfrm>
            <a:off x="4320313" y="2168526"/>
            <a:ext cx="3552961" cy="323056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13" name="Inhaltsplatzhalter 12">
            <a:extLst>
              <a:ext uri="{FF2B5EF4-FFF2-40B4-BE49-F238E27FC236}">
                <a16:creationId xmlns:a16="http://schemas.microsoft.com/office/drawing/2014/main" id="{3D18D196-860F-4E36-9216-F961856AE49C}"/>
              </a:ext>
            </a:extLst>
          </p:cNvPr>
          <p:cNvSpPr>
            <a:spLocks noGrp="1"/>
          </p:cNvSpPr>
          <p:nvPr>
            <p:ph sz="quarter" idx="24"/>
          </p:nvPr>
        </p:nvSpPr>
        <p:spPr>
          <a:xfrm>
            <a:off x="8188776" y="2168526"/>
            <a:ext cx="3552961" cy="323056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16" name="Titel 15">
            <a:extLst>
              <a:ext uri="{FF2B5EF4-FFF2-40B4-BE49-F238E27FC236}">
                <a16:creationId xmlns:a16="http://schemas.microsoft.com/office/drawing/2014/main" id="{592B83A6-5EEE-4354-9E0A-535252DA2F11}"/>
              </a:ext>
            </a:extLst>
          </p:cNvPr>
          <p:cNvSpPr>
            <a:spLocks noGrp="1"/>
          </p:cNvSpPr>
          <p:nvPr>
            <p:ph type="title"/>
          </p:nvPr>
        </p:nvSpPr>
        <p:spPr/>
        <p:txBody>
          <a:bodyPr/>
          <a:lstStyle/>
          <a:p>
            <a:r>
              <a:rPr lang="de-DE"/>
              <a:t>Mastertitelformat bearbeiten</a:t>
            </a:r>
            <a:endParaRPr lang="de-CH"/>
          </a:p>
        </p:txBody>
      </p:sp>
    </p:spTree>
    <p:extLst>
      <p:ext uri="{BB962C8B-B14F-4D97-AF65-F5344CB8AC3E}">
        <p14:creationId xmlns:p14="http://schemas.microsoft.com/office/powerpoint/2010/main" val="161539326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rei Textfelder/Bilder mit Untertitel">
    <p:spTree>
      <p:nvGrpSpPr>
        <p:cNvPr id="1" name=""/>
        <p:cNvGrpSpPr/>
        <p:nvPr/>
      </p:nvGrpSpPr>
      <p:grpSpPr>
        <a:xfrm>
          <a:off x="0" y="0"/>
          <a:ext cx="0" cy="0"/>
          <a:chOff x="0" y="0"/>
          <a:chExt cx="0" cy="0"/>
        </a:xfrm>
      </p:grpSpPr>
      <p:sp>
        <p:nvSpPr>
          <p:cNvPr id="15" name="Textplatzhalter 2"/>
          <p:cNvSpPr>
            <a:spLocks noGrp="1"/>
          </p:cNvSpPr>
          <p:nvPr>
            <p:ph type="body" idx="1"/>
          </p:nvPr>
        </p:nvSpPr>
        <p:spPr>
          <a:xfrm>
            <a:off x="451636" y="1376363"/>
            <a:ext cx="3552175" cy="720583"/>
          </a:xfrm>
          <a:prstGeom prst="rect">
            <a:avLst/>
          </a:prstGeom>
        </p:spPr>
        <p:txBody>
          <a:bodyPr lIns="0" anchor="t" anchorCtr="0"/>
          <a:lstStyle>
            <a:lvl1pPr marL="0" indent="0">
              <a:buNone/>
              <a:defRPr sz="2197" b="0" i="0">
                <a:solidFill>
                  <a:schemeClr val="tx2"/>
                </a:solidFill>
                <a:latin typeface="Lucida Sans"/>
                <a:cs typeface="Lucida Sans"/>
              </a:defRPr>
            </a:lvl1pPr>
            <a:lvl2pPr marL="456606" indent="0">
              <a:buNone/>
              <a:defRPr sz="1997" b="1"/>
            </a:lvl2pPr>
            <a:lvl3pPr marL="913211" indent="0">
              <a:buNone/>
              <a:defRPr sz="1798" b="1"/>
            </a:lvl3pPr>
            <a:lvl4pPr marL="1369817" indent="0">
              <a:buNone/>
              <a:defRPr sz="1598" b="1"/>
            </a:lvl4pPr>
            <a:lvl5pPr marL="1826423" indent="0">
              <a:buNone/>
              <a:defRPr sz="1598" b="1"/>
            </a:lvl5pPr>
            <a:lvl6pPr marL="2283028" indent="0">
              <a:buNone/>
              <a:defRPr sz="1598" b="1"/>
            </a:lvl6pPr>
            <a:lvl7pPr marL="2739634" indent="0">
              <a:buNone/>
              <a:defRPr sz="1598" b="1"/>
            </a:lvl7pPr>
            <a:lvl8pPr marL="3196239" indent="0">
              <a:buNone/>
              <a:defRPr sz="1598" b="1"/>
            </a:lvl8pPr>
            <a:lvl9pPr marL="3652845" indent="0">
              <a:buNone/>
              <a:defRPr sz="1598" b="1"/>
            </a:lvl9pPr>
          </a:lstStyle>
          <a:p>
            <a:pPr lvl="0"/>
            <a:r>
              <a:rPr lang="de-DE"/>
              <a:t>Mastertextformat bearbeiten</a:t>
            </a:r>
          </a:p>
        </p:txBody>
      </p:sp>
      <p:sp>
        <p:nvSpPr>
          <p:cNvPr id="14" name="Textplatzhalter 2"/>
          <p:cNvSpPr>
            <a:spLocks noGrp="1"/>
          </p:cNvSpPr>
          <p:nvPr>
            <p:ph type="body" idx="18"/>
          </p:nvPr>
        </p:nvSpPr>
        <p:spPr>
          <a:xfrm>
            <a:off x="4319912" y="1376363"/>
            <a:ext cx="3552175" cy="720583"/>
          </a:xfrm>
          <a:prstGeom prst="rect">
            <a:avLst/>
          </a:prstGeom>
        </p:spPr>
        <p:txBody>
          <a:bodyPr lIns="0" anchor="t" anchorCtr="0"/>
          <a:lstStyle>
            <a:lvl1pPr marL="0" indent="0">
              <a:buNone/>
              <a:defRPr sz="2197" b="0" i="0">
                <a:solidFill>
                  <a:schemeClr val="tx2"/>
                </a:solidFill>
                <a:latin typeface="Lucida Sans"/>
                <a:cs typeface="Lucida Sans"/>
              </a:defRPr>
            </a:lvl1pPr>
            <a:lvl2pPr marL="456606" indent="0">
              <a:buNone/>
              <a:defRPr sz="1997" b="1"/>
            </a:lvl2pPr>
            <a:lvl3pPr marL="913211" indent="0">
              <a:buNone/>
              <a:defRPr sz="1798" b="1"/>
            </a:lvl3pPr>
            <a:lvl4pPr marL="1369817" indent="0">
              <a:buNone/>
              <a:defRPr sz="1598" b="1"/>
            </a:lvl4pPr>
            <a:lvl5pPr marL="1826423" indent="0">
              <a:buNone/>
              <a:defRPr sz="1598" b="1"/>
            </a:lvl5pPr>
            <a:lvl6pPr marL="2283028" indent="0">
              <a:buNone/>
              <a:defRPr sz="1598" b="1"/>
            </a:lvl6pPr>
            <a:lvl7pPr marL="2739634" indent="0">
              <a:buNone/>
              <a:defRPr sz="1598" b="1"/>
            </a:lvl7pPr>
            <a:lvl8pPr marL="3196239" indent="0">
              <a:buNone/>
              <a:defRPr sz="1598" b="1"/>
            </a:lvl8pPr>
            <a:lvl9pPr marL="3652845" indent="0">
              <a:buNone/>
              <a:defRPr sz="1598" b="1"/>
            </a:lvl9pPr>
          </a:lstStyle>
          <a:p>
            <a:pPr lvl="0"/>
            <a:r>
              <a:rPr lang="de-DE"/>
              <a:t>Mastertextformat bearbeiten</a:t>
            </a:r>
          </a:p>
        </p:txBody>
      </p:sp>
      <p:sp>
        <p:nvSpPr>
          <p:cNvPr id="8" name="Textplatzhalter 2"/>
          <p:cNvSpPr>
            <a:spLocks noGrp="1"/>
          </p:cNvSpPr>
          <p:nvPr>
            <p:ph type="body" idx="20"/>
          </p:nvPr>
        </p:nvSpPr>
        <p:spPr>
          <a:xfrm>
            <a:off x="8188187" y="1376363"/>
            <a:ext cx="3552175" cy="720583"/>
          </a:xfrm>
          <a:prstGeom prst="rect">
            <a:avLst/>
          </a:prstGeom>
        </p:spPr>
        <p:txBody>
          <a:bodyPr lIns="0" anchor="t" anchorCtr="0"/>
          <a:lstStyle>
            <a:lvl1pPr marL="0" indent="0">
              <a:buNone/>
              <a:defRPr sz="2197" b="0" i="0">
                <a:solidFill>
                  <a:schemeClr val="tx2"/>
                </a:solidFill>
                <a:latin typeface="Lucida Sans"/>
                <a:cs typeface="Lucida Sans"/>
              </a:defRPr>
            </a:lvl1pPr>
            <a:lvl2pPr marL="456606" indent="0">
              <a:buNone/>
              <a:defRPr sz="1997" b="1"/>
            </a:lvl2pPr>
            <a:lvl3pPr marL="913211" indent="0">
              <a:buNone/>
              <a:defRPr sz="1798" b="1"/>
            </a:lvl3pPr>
            <a:lvl4pPr marL="1369817" indent="0">
              <a:buNone/>
              <a:defRPr sz="1598" b="1"/>
            </a:lvl4pPr>
            <a:lvl5pPr marL="1826423" indent="0">
              <a:buNone/>
              <a:defRPr sz="1598" b="1"/>
            </a:lvl5pPr>
            <a:lvl6pPr marL="2283028" indent="0">
              <a:buNone/>
              <a:defRPr sz="1598" b="1"/>
            </a:lvl6pPr>
            <a:lvl7pPr marL="2739634" indent="0">
              <a:buNone/>
              <a:defRPr sz="1598" b="1"/>
            </a:lvl7pPr>
            <a:lvl8pPr marL="3196239" indent="0">
              <a:buNone/>
              <a:defRPr sz="1598" b="1"/>
            </a:lvl8pPr>
            <a:lvl9pPr marL="3652845" indent="0">
              <a:buNone/>
              <a:defRPr sz="1598" b="1"/>
            </a:lvl9pPr>
          </a:lstStyle>
          <a:p>
            <a:pPr lvl="0"/>
            <a:r>
              <a:rPr lang="de-DE"/>
              <a:t>Mastertextformat bearbeiten</a:t>
            </a:r>
          </a:p>
        </p:txBody>
      </p:sp>
      <p:sp>
        <p:nvSpPr>
          <p:cNvPr id="12" name="Foliennummernplatzhalter 2"/>
          <p:cNvSpPr>
            <a:spLocks noGrp="1"/>
          </p:cNvSpPr>
          <p:nvPr>
            <p:ph type="sldNum" sz="quarter" idx="21"/>
          </p:nvPr>
        </p:nvSpPr>
        <p:spPr/>
        <p:txBody>
          <a:bodyPr/>
          <a:lstStyle>
            <a:lvl1pPr>
              <a:defRPr/>
            </a:lvl1pPr>
          </a:lstStyle>
          <a:p>
            <a:pPr>
              <a:defRPr/>
            </a:pPr>
            <a:fld id="{AB50D9A4-4B03-4410-9017-78E09E000AC4}" type="slidenum">
              <a:rPr lang="de-CH"/>
              <a:pPr>
                <a:defRPr/>
              </a:pPr>
              <a:t>‹#›</a:t>
            </a:fld>
            <a:endParaRPr lang="de-CH"/>
          </a:p>
        </p:txBody>
      </p:sp>
      <p:sp>
        <p:nvSpPr>
          <p:cNvPr id="3" name="Inhaltsplatzhalter 2">
            <a:extLst>
              <a:ext uri="{FF2B5EF4-FFF2-40B4-BE49-F238E27FC236}">
                <a16:creationId xmlns:a16="http://schemas.microsoft.com/office/drawing/2014/main" id="{A6F64B01-81C7-4C98-B7AD-930612B79E2A}"/>
              </a:ext>
            </a:extLst>
          </p:cNvPr>
          <p:cNvSpPr>
            <a:spLocks noGrp="1"/>
          </p:cNvSpPr>
          <p:nvPr>
            <p:ph sz="quarter" idx="22"/>
          </p:nvPr>
        </p:nvSpPr>
        <p:spPr>
          <a:xfrm>
            <a:off x="453434" y="2168525"/>
            <a:ext cx="3551376" cy="39973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5" name="Inhaltsplatzhalter 4">
            <a:extLst>
              <a:ext uri="{FF2B5EF4-FFF2-40B4-BE49-F238E27FC236}">
                <a16:creationId xmlns:a16="http://schemas.microsoft.com/office/drawing/2014/main" id="{6BDB8EE7-F71B-4F3D-AD80-682B656ED27B}"/>
              </a:ext>
            </a:extLst>
          </p:cNvPr>
          <p:cNvSpPr>
            <a:spLocks noGrp="1"/>
          </p:cNvSpPr>
          <p:nvPr>
            <p:ph sz="quarter" idx="23"/>
          </p:nvPr>
        </p:nvSpPr>
        <p:spPr>
          <a:xfrm>
            <a:off x="4320313" y="2168525"/>
            <a:ext cx="3552961" cy="39973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13" name="Inhaltsplatzhalter 12">
            <a:extLst>
              <a:ext uri="{FF2B5EF4-FFF2-40B4-BE49-F238E27FC236}">
                <a16:creationId xmlns:a16="http://schemas.microsoft.com/office/drawing/2014/main" id="{3D18D196-860F-4E36-9216-F961856AE49C}"/>
              </a:ext>
            </a:extLst>
          </p:cNvPr>
          <p:cNvSpPr>
            <a:spLocks noGrp="1"/>
          </p:cNvSpPr>
          <p:nvPr>
            <p:ph sz="quarter" idx="24"/>
          </p:nvPr>
        </p:nvSpPr>
        <p:spPr>
          <a:xfrm>
            <a:off x="8188776" y="2168525"/>
            <a:ext cx="3552961" cy="39973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16" name="Titel 15">
            <a:extLst>
              <a:ext uri="{FF2B5EF4-FFF2-40B4-BE49-F238E27FC236}">
                <a16:creationId xmlns:a16="http://schemas.microsoft.com/office/drawing/2014/main" id="{592B83A6-5EEE-4354-9E0A-535252DA2F11}"/>
              </a:ext>
            </a:extLst>
          </p:cNvPr>
          <p:cNvSpPr>
            <a:spLocks noGrp="1"/>
          </p:cNvSpPr>
          <p:nvPr>
            <p:ph type="title"/>
          </p:nvPr>
        </p:nvSpPr>
        <p:spPr/>
        <p:txBody>
          <a:bodyPr/>
          <a:lstStyle/>
          <a:p>
            <a:r>
              <a:rPr lang="de-DE"/>
              <a:t>Mastertitelformat bearbeiten</a:t>
            </a:r>
            <a:endParaRPr lang="de-CH"/>
          </a:p>
        </p:txBody>
      </p:sp>
    </p:spTree>
    <p:extLst>
      <p:ext uri="{BB962C8B-B14F-4D97-AF65-F5344CB8AC3E}">
        <p14:creationId xmlns:p14="http://schemas.microsoft.com/office/powerpoint/2010/main" val="225210447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Zahl und Text">
    <p:spTree>
      <p:nvGrpSpPr>
        <p:cNvPr id="1" name=""/>
        <p:cNvGrpSpPr/>
        <p:nvPr/>
      </p:nvGrpSpPr>
      <p:grpSpPr>
        <a:xfrm>
          <a:off x="0" y="0"/>
          <a:ext cx="0" cy="0"/>
          <a:chOff x="0" y="0"/>
          <a:chExt cx="0" cy="0"/>
        </a:xfrm>
      </p:grpSpPr>
      <p:sp>
        <p:nvSpPr>
          <p:cNvPr id="15" name="Textplatzhalter 2"/>
          <p:cNvSpPr>
            <a:spLocks noGrp="1"/>
          </p:cNvSpPr>
          <p:nvPr>
            <p:ph type="body" idx="1"/>
          </p:nvPr>
        </p:nvSpPr>
        <p:spPr>
          <a:xfrm>
            <a:off x="456606" y="3329248"/>
            <a:ext cx="11285131" cy="2560319"/>
          </a:xfrm>
          <a:prstGeom prst="rect">
            <a:avLst/>
          </a:prstGeom>
        </p:spPr>
        <p:txBody>
          <a:bodyPr lIns="0" rIns="0" anchor="t" anchorCtr="0"/>
          <a:lstStyle>
            <a:lvl1pPr marL="0" indent="0">
              <a:buNone/>
              <a:defRPr sz="2996" b="0" i="0">
                <a:solidFill>
                  <a:schemeClr val="tx2"/>
                </a:solidFill>
                <a:latin typeface="Lucida Sans"/>
                <a:cs typeface="Lucida Sans"/>
              </a:defRPr>
            </a:lvl1pPr>
            <a:lvl2pPr marL="456606" indent="0">
              <a:buNone/>
              <a:defRPr sz="1997" b="1"/>
            </a:lvl2pPr>
            <a:lvl3pPr marL="913211" indent="0">
              <a:buNone/>
              <a:defRPr sz="1798" b="1"/>
            </a:lvl3pPr>
            <a:lvl4pPr marL="1369817" indent="0">
              <a:buNone/>
              <a:defRPr sz="1598" b="1"/>
            </a:lvl4pPr>
            <a:lvl5pPr marL="1826423" indent="0">
              <a:buNone/>
              <a:defRPr sz="1598" b="1"/>
            </a:lvl5pPr>
            <a:lvl6pPr marL="2283028" indent="0">
              <a:buNone/>
              <a:defRPr sz="1598" b="1"/>
            </a:lvl6pPr>
            <a:lvl7pPr marL="2739634" indent="0">
              <a:buNone/>
              <a:defRPr sz="1598" b="1"/>
            </a:lvl7pPr>
            <a:lvl8pPr marL="3196239" indent="0">
              <a:buNone/>
              <a:defRPr sz="1598" b="1"/>
            </a:lvl8pPr>
            <a:lvl9pPr marL="3652845" indent="0">
              <a:buNone/>
              <a:defRPr sz="1598" b="1"/>
            </a:lvl9pPr>
          </a:lstStyle>
          <a:p>
            <a:pPr lvl="0"/>
            <a:r>
              <a:rPr lang="de-DE"/>
              <a:t>Mastertextformat bearbeiten</a:t>
            </a:r>
          </a:p>
        </p:txBody>
      </p:sp>
      <p:sp>
        <p:nvSpPr>
          <p:cNvPr id="5" name="Foliennummernplatzhalter 2"/>
          <p:cNvSpPr>
            <a:spLocks noGrp="1"/>
          </p:cNvSpPr>
          <p:nvPr>
            <p:ph type="sldNum" sz="quarter" idx="14"/>
          </p:nvPr>
        </p:nvSpPr>
        <p:spPr/>
        <p:txBody>
          <a:bodyPr/>
          <a:lstStyle>
            <a:lvl1pPr>
              <a:defRPr/>
            </a:lvl1pPr>
          </a:lstStyle>
          <a:p>
            <a:pPr>
              <a:defRPr/>
            </a:pPr>
            <a:fld id="{53C55A69-AF00-48CA-9C5B-76F6193071D6}" type="slidenum">
              <a:rPr lang="de-CH"/>
              <a:pPr>
                <a:defRPr/>
              </a:pPr>
              <a:t>‹#›</a:t>
            </a:fld>
            <a:endParaRPr lang="de-CH"/>
          </a:p>
        </p:txBody>
      </p:sp>
      <p:sp>
        <p:nvSpPr>
          <p:cNvPr id="8" name="Untertitel 2">
            <a:extLst>
              <a:ext uri="{FF2B5EF4-FFF2-40B4-BE49-F238E27FC236}">
                <a16:creationId xmlns:a16="http://schemas.microsoft.com/office/drawing/2014/main" id="{2A3D88F4-3C44-416E-8339-A22B29F8DCED}"/>
              </a:ext>
            </a:extLst>
          </p:cNvPr>
          <p:cNvSpPr>
            <a:spLocks noGrp="1"/>
          </p:cNvSpPr>
          <p:nvPr>
            <p:ph type="subTitle" idx="15" hasCustomPrompt="1"/>
          </p:nvPr>
        </p:nvSpPr>
        <p:spPr>
          <a:xfrm>
            <a:off x="315473" y="1201190"/>
            <a:ext cx="11037111" cy="2083797"/>
          </a:xfrm>
          <a:prstGeom prst="rect">
            <a:avLst/>
          </a:prstGeom>
        </p:spPr>
        <p:txBody>
          <a:bodyPr lIns="0" anchor="t"/>
          <a:lstStyle>
            <a:lvl1pPr marL="0" indent="0" algn="l">
              <a:buNone/>
              <a:defRPr sz="13982">
                <a:solidFill>
                  <a:schemeClr val="tx2"/>
                </a:solidFill>
              </a:defRPr>
            </a:lvl1pPr>
            <a:lvl2pPr marL="456606" indent="0" algn="ctr">
              <a:buNone/>
              <a:defRPr sz="1997"/>
            </a:lvl2pPr>
            <a:lvl3pPr marL="913211" indent="0" algn="ctr">
              <a:buNone/>
              <a:defRPr sz="1798"/>
            </a:lvl3pPr>
            <a:lvl4pPr marL="1369817" indent="0" algn="ctr">
              <a:buNone/>
              <a:defRPr sz="1598"/>
            </a:lvl4pPr>
            <a:lvl5pPr marL="1826423" indent="0" algn="ctr">
              <a:buNone/>
              <a:defRPr sz="1598"/>
            </a:lvl5pPr>
            <a:lvl6pPr marL="2283028" indent="0" algn="ctr">
              <a:buNone/>
              <a:defRPr sz="1598"/>
            </a:lvl6pPr>
            <a:lvl7pPr marL="2739634" indent="0" algn="ctr">
              <a:buNone/>
              <a:defRPr sz="1598"/>
            </a:lvl7pPr>
            <a:lvl8pPr marL="3196239" indent="0" algn="ctr">
              <a:buNone/>
              <a:defRPr sz="1598"/>
            </a:lvl8pPr>
            <a:lvl9pPr marL="3652845" indent="0" algn="ctr">
              <a:buNone/>
              <a:defRPr sz="1598"/>
            </a:lvl9pPr>
          </a:lstStyle>
          <a:p>
            <a:r>
              <a:rPr lang="de-DE"/>
              <a:t>1</a:t>
            </a:r>
            <a:endParaRPr lang="de-CH"/>
          </a:p>
        </p:txBody>
      </p:sp>
    </p:spTree>
    <p:extLst>
      <p:ext uri="{BB962C8B-B14F-4D97-AF65-F5344CB8AC3E}">
        <p14:creationId xmlns:p14="http://schemas.microsoft.com/office/powerpoint/2010/main" val="38368464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Zitatfolie">
    <p:spTree>
      <p:nvGrpSpPr>
        <p:cNvPr id="1" name=""/>
        <p:cNvGrpSpPr/>
        <p:nvPr/>
      </p:nvGrpSpPr>
      <p:grpSpPr>
        <a:xfrm>
          <a:off x="0" y="0"/>
          <a:ext cx="0" cy="0"/>
          <a:chOff x="0" y="0"/>
          <a:chExt cx="0" cy="0"/>
        </a:xfrm>
      </p:grpSpPr>
      <p:sp>
        <p:nvSpPr>
          <p:cNvPr id="15" name="Textplatzhalter 2"/>
          <p:cNvSpPr>
            <a:spLocks noGrp="1"/>
          </p:cNvSpPr>
          <p:nvPr>
            <p:ph type="body" idx="1" hasCustomPrompt="1"/>
          </p:nvPr>
        </p:nvSpPr>
        <p:spPr>
          <a:xfrm>
            <a:off x="456606" y="1097281"/>
            <a:ext cx="11234397" cy="2830484"/>
          </a:xfrm>
          <a:prstGeom prst="rect">
            <a:avLst/>
          </a:prstGeom>
        </p:spPr>
        <p:txBody>
          <a:bodyPr lIns="0" rIns="0" anchor="b" anchorCtr="0"/>
          <a:lstStyle>
            <a:lvl1pPr marL="0" indent="0">
              <a:spcBef>
                <a:spcPts val="0"/>
              </a:spcBef>
              <a:buNone/>
              <a:defRPr sz="3196" b="0" i="0">
                <a:solidFill>
                  <a:srgbClr val="8CAF82"/>
                </a:solidFill>
                <a:latin typeface="Georgia" panose="02040502050405020303" pitchFamily="18" charset="0"/>
                <a:cs typeface="Georgia" panose="02040502050405020303" pitchFamily="18" charset="0"/>
              </a:defRPr>
            </a:lvl1pPr>
            <a:lvl2pPr marL="0" indent="0">
              <a:spcBef>
                <a:spcPts val="0"/>
              </a:spcBef>
              <a:buClrTx/>
              <a:buFontTx/>
              <a:buNone/>
              <a:defRPr sz="3196" b="0">
                <a:solidFill>
                  <a:srgbClr val="8CAF82"/>
                </a:solidFill>
                <a:latin typeface="Georgia" panose="02040502050405020303" pitchFamily="18" charset="0"/>
              </a:defRPr>
            </a:lvl2pPr>
            <a:lvl3pPr marL="913211" indent="0">
              <a:buNone/>
              <a:defRPr sz="1798" b="1"/>
            </a:lvl3pPr>
            <a:lvl4pPr marL="1369817" indent="0">
              <a:buNone/>
              <a:defRPr sz="1598" b="1"/>
            </a:lvl4pPr>
            <a:lvl5pPr marL="1826423" indent="0">
              <a:buNone/>
              <a:defRPr sz="1598" b="1"/>
            </a:lvl5pPr>
            <a:lvl6pPr marL="2283028" indent="0">
              <a:buNone/>
              <a:defRPr sz="1598" b="1"/>
            </a:lvl6pPr>
            <a:lvl7pPr marL="2739634" indent="0">
              <a:buNone/>
              <a:defRPr sz="1598" b="1"/>
            </a:lvl7pPr>
            <a:lvl8pPr marL="3196239" indent="0">
              <a:buNone/>
              <a:defRPr sz="1598" b="1"/>
            </a:lvl8pPr>
            <a:lvl9pPr marL="3652845" indent="0">
              <a:buNone/>
              <a:defRPr sz="1598" b="1"/>
            </a:lvl9pPr>
          </a:lstStyle>
          <a:p>
            <a:pPr lvl="0"/>
            <a:r>
              <a:rPr lang="de-DE"/>
              <a:t>Textmasterformat bearbeiten</a:t>
            </a:r>
          </a:p>
          <a:p>
            <a:pPr lvl="1"/>
            <a:r>
              <a:rPr lang="de-DE"/>
              <a:t>Text</a:t>
            </a:r>
          </a:p>
        </p:txBody>
      </p:sp>
      <p:sp>
        <p:nvSpPr>
          <p:cNvPr id="5" name="Foliennummernplatzhalter 2"/>
          <p:cNvSpPr>
            <a:spLocks noGrp="1"/>
          </p:cNvSpPr>
          <p:nvPr>
            <p:ph type="sldNum" sz="quarter" idx="14"/>
          </p:nvPr>
        </p:nvSpPr>
        <p:spPr/>
        <p:txBody>
          <a:bodyPr/>
          <a:lstStyle>
            <a:lvl1pPr>
              <a:defRPr/>
            </a:lvl1pPr>
          </a:lstStyle>
          <a:p>
            <a:pPr>
              <a:defRPr/>
            </a:pPr>
            <a:fld id="{53C55A69-AF00-48CA-9C5B-76F6193071D6}" type="slidenum">
              <a:rPr lang="de-CH"/>
              <a:pPr>
                <a:defRPr/>
              </a:pPr>
              <a:t>‹#›</a:t>
            </a:fld>
            <a:endParaRPr lang="de-CH"/>
          </a:p>
        </p:txBody>
      </p:sp>
      <p:sp>
        <p:nvSpPr>
          <p:cNvPr id="8" name="Untertitel 2">
            <a:extLst>
              <a:ext uri="{FF2B5EF4-FFF2-40B4-BE49-F238E27FC236}">
                <a16:creationId xmlns:a16="http://schemas.microsoft.com/office/drawing/2014/main" id="{2A3D88F4-3C44-416E-8339-A22B29F8DCED}"/>
              </a:ext>
            </a:extLst>
          </p:cNvPr>
          <p:cNvSpPr>
            <a:spLocks noGrp="1"/>
          </p:cNvSpPr>
          <p:nvPr>
            <p:ph type="subTitle" idx="15" hasCustomPrompt="1"/>
          </p:nvPr>
        </p:nvSpPr>
        <p:spPr>
          <a:xfrm>
            <a:off x="450264" y="4006735"/>
            <a:ext cx="11240739" cy="1566949"/>
          </a:xfrm>
          <a:prstGeom prst="rect">
            <a:avLst/>
          </a:prstGeom>
        </p:spPr>
        <p:txBody>
          <a:bodyPr lIns="0" anchor="t"/>
          <a:lstStyle>
            <a:lvl1pPr marL="0" indent="0" algn="l">
              <a:buNone/>
              <a:defRPr sz="2197">
                <a:solidFill>
                  <a:schemeClr val="tx2"/>
                </a:solidFill>
              </a:defRPr>
            </a:lvl1pPr>
            <a:lvl2pPr marL="456606" indent="0" algn="ctr">
              <a:buNone/>
              <a:defRPr sz="1997"/>
            </a:lvl2pPr>
            <a:lvl3pPr marL="913211" indent="0" algn="ctr">
              <a:buNone/>
              <a:defRPr sz="1798"/>
            </a:lvl3pPr>
            <a:lvl4pPr marL="1369817" indent="0" algn="ctr">
              <a:buNone/>
              <a:defRPr sz="1598"/>
            </a:lvl4pPr>
            <a:lvl5pPr marL="1826423" indent="0" algn="ctr">
              <a:buNone/>
              <a:defRPr sz="1598"/>
            </a:lvl5pPr>
            <a:lvl6pPr marL="2283028" indent="0" algn="ctr">
              <a:buNone/>
              <a:defRPr sz="1598"/>
            </a:lvl6pPr>
            <a:lvl7pPr marL="2739634" indent="0" algn="ctr">
              <a:buNone/>
              <a:defRPr sz="1598"/>
            </a:lvl7pPr>
            <a:lvl8pPr marL="3196239" indent="0" algn="ctr">
              <a:buNone/>
              <a:defRPr sz="1598"/>
            </a:lvl8pPr>
            <a:lvl9pPr marL="3652845" indent="0" algn="ctr">
              <a:buNone/>
              <a:defRPr sz="1598"/>
            </a:lvl9pPr>
          </a:lstStyle>
          <a:p>
            <a:r>
              <a:rPr lang="de-DE"/>
              <a:t>Autor</a:t>
            </a:r>
            <a:endParaRPr lang="de-CH"/>
          </a:p>
        </p:txBody>
      </p:sp>
    </p:spTree>
    <p:extLst>
      <p:ext uri="{BB962C8B-B14F-4D97-AF65-F5344CB8AC3E}">
        <p14:creationId xmlns:p14="http://schemas.microsoft.com/office/powerpoint/2010/main" val="37486393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Zwei Bilder mit Textfelder">
    <p:spTree>
      <p:nvGrpSpPr>
        <p:cNvPr id="1" name=""/>
        <p:cNvGrpSpPr/>
        <p:nvPr/>
      </p:nvGrpSpPr>
      <p:grpSpPr>
        <a:xfrm>
          <a:off x="0" y="0"/>
          <a:ext cx="0" cy="0"/>
          <a:chOff x="0" y="0"/>
          <a:chExt cx="0" cy="0"/>
        </a:xfrm>
      </p:grpSpPr>
      <p:sp>
        <p:nvSpPr>
          <p:cNvPr id="15" name="Textplatzhalter 2"/>
          <p:cNvSpPr>
            <a:spLocks noGrp="1"/>
          </p:cNvSpPr>
          <p:nvPr>
            <p:ph type="body" idx="1"/>
          </p:nvPr>
        </p:nvSpPr>
        <p:spPr>
          <a:xfrm>
            <a:off x="455633" y="4355869"/>
            <a:ext cx="5500837" cy="1562793"/>
          </a:xfrm>
          <a:prstGeom prst="rect">
            <a:avLst/>
          </a:prstGeom>
        </p:spPr>
        <p:txBody>
          <a:bodyPr lIns="0" rIns="0" anchor="t" anchorCtr="0"/>
          <a:lstStyle>
            <a:lvl1pPr marL="0" indent="0">
              <a:buNone/>
              <a:defRPr sz="2197" b="0" i="0">
                <a:solidFill>
                  <a:schemeClr val="tx2"/>
                </a:solidFill>
                <a:latin typeface="Lucida Sans"/>
                <a:cs typeface="Lucida Sans"/>
              </a:defRPr>
            </a:lvl1pPr>
            <a:lvl2pPr marL="456606" indent="0">
              <a:buNone/>
              <a:defRPr sz="1997" b="1"/>
            </a:lvl2pPr>
            <a:lvl3pPr marL="913211" indent="0">
              <a:buNone/>
              <a:defRPr sz="1798" b="1"/>
            </a:lvl3pPr>
            <a:lvl4pPr marL="1369817" indent="0">
              <a:buNone/>
              <a:defRPr sz="1598" b="1"/>
            </a:lvl4pPr>
            <a:lvl5pPr marL="1826423" indent="0">
              <a:buNone/>
              <a:defRPr sz="1598" b="1"/>
            </a:lvl5pPr>
            <a:lvl6pPr marL="2283028" indent="0">
              <a:buNone/>
              <a:defRPr sz="1598" b="1"/>
            </a:lvl6pPr>
            <a:lvl7pPr marL="2739634" indent="0">
              <a:buNone/>
              <a:defRPr sz="1598" b="1"/>
            </a:lvl7pPr>
            <a:lvl8pPr marL="3196239" indent="0">
              <a:buNone/>
              <a:defRPr sz="1598" b="1"/>
            </a:lvl8pPr>
            <a:lvl9pPr marL="3652845" indent="0">
              <a:buNone/>
              <a:defRPr sz="1598" b="1"/>
            </a:lvl9pPr>
          </a:lstStyle>
          <a:p>
            <a:pPr lvl="0"/>
            <a:r>
              <a:rPr lang="de-DE"/>
              <a:t>Mastertextformat bearbeiten</a:t>
            </a:r>
          </a:p>
        </p:txBody>
      </p:sp>
      <p:sp>
        <p:nvSpPr>
          <p:cNvPr id="17" name="Textplatzhalter 2"/>
          <p:cNvSpPr>
            <a:spLocks noGrp="1"/>
          </p:cNvSpPr>
          <p:nvPr>
            <p:ph type="body" idx="14"/>
          </p:nvPr>
        </p:nvSpPr>
        <p:spPr>
          <a:xfrm>
            <a:off x="6240899" y="4355869"/>
            <a:ext cx="5500837" cy="1562793"/>
          </a:xfrm>
          <a:prstGeom prst="rect">
            <a:avLst/>
          </a:prstGeom>
        </p:spPr>
        <p:txBody>
          <a:bodyPr lIns="0" rIns="0" anchor="t" anchorCtr="0"/>
          <a:lstStyle>
            <a:lvl1pPr marL="0" indent="0">
              <a:buNone/>
              <a:defRPr sz="2197" b="0" i="0">
                <a:solidFill>
                  <a:schemeClr val="tx2"/>
                </a:solidFill>
                <a:latin typeface="Lucida Sans"/>
                <a:cs typeface="Lucida Sans"/>
              </a:defRPr>
            </a:lvl1pPr>
            <a:lvl2pPr marL="456606" indent="0">
              <a:buNone/>
              <a:defRPr sz="1997" b="1"/>
            </a:lvl2pPr>
            <a:lvl3pPr marL="913211" indent="0">
              <a:buNone/>
              <a:defRPr sz="1798" b="1"/>
            </a:lvl3pPr>
            <a:lvl4pPr marL="1369817" indent="0">
              <a:buNone/>
              <a:defRPr sz="1598" b="1"/>
            </a:lvl4pPr>
            <a:lvl5pPr marL="1826423" indent="0">
              <a:buNone/>
              <a:defRPr sz="1598" b="1"/>
            </a:lvl5pPr>
            <a:lvl6pPr marL="2283028" indent="0">
              <a:buNone/>
              <a:defRPr sz="1598" b="1"/>
            </a:lvl6pPr>
            <a:lvl7pPr marL="2739634" indent="0">
              <a:buNone/>
              <a:defRPr sz="1598" b="1"/>
            </a:lvl7pPr>
            <a:lvl8pPr marL="3196239" indent="0">
              <a:buNone/>
              <a:defRPr sz="1598" b="1"/>
            </a:lvl8pPr>
            <a:lvl9pPr marL="3652845" indent="0">
              <a:buNone/>
              <a:defRPr sz="1598" b="1"/>
            </a:lvl9pPr>
          </a:lstStyle>
          <a:p>
            <a:pPr lvl="0"/>
            <a:r>
              <a:rPr lang="de-DE"/>
              <a:t>Mastertextformat bearbeiten</a:t>
            </a:r>
          </a:p>
        </p:txBody>
      </p:sp>
      <p:sp>
        <p:nvSpPr>
          <p:cNvPr id="7" name="Foliennummernplatzhalter 2"/>
          <p:cNvSpPr>
            <a:spLocks noGrp="1"/>
          </p:cNvSpPr>
          <p:nvPr>
            <p:ph type="sldNum" sz="quarter" idx="16"/>
          </p:nvPr>
        </p:nvSpPr>
        <p:spPr/>
        <p:txBody>
          <a:bodyPr/>
          <a:lstStyle>
            <a:lvl1pPr>
              <a:defRPr/>
            </a:lvl1pPr>
          </a:lstStyle>
          <a:p>
            <a:pPr>
              <a:defRPr/>
            </a:pPr>
            <a:fld id="{ECA6D72C-BFB2-41C7-957D-2E87BB499368}" type="slidenum">
              <a:rPr lang="de-CH"/>
              <a:pPr>
                <a:defRPr/>
              </a:pPr>
              <a:t>‹#›</a:t>
            </a:fld>
            <a:endParaRPr lang="de-CH"/>
          </a:p>
        </p:txBody>
      </p:sp>
      <p:sp>
        <p:nvSpPr>
          <p:cNvPr id="4" name="Rechteck: abgerundete Ecken 3">
            <a:extLst>
              <a:ext uri="{FF2B5EF4-FFF2-40B4-BE49-F238E27FC236}">
                <a16:creationId xmlns:a16="http://schemas.microsoft.com/office/drawing/2014/main" id="{D5EC5F02-E049-44D7-AF09-096D83385327}"/>
              </a:ext>
            </a:extLst>
          </p:cNvPr>
          <p:cNvSpPr/>
          <p:nvPr userDrawn="1"/>
        </p:nvSpPr>
        <p:spPr>
          <a:xfrm>
            <a:off x="455633" y="4106487"/>
            <a:ext cx="5500837" cy="1080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CH" sz="1798">
              <a:solidFill>
                <a:schemeClr val="tx2"/>
              </a:solidFill>
            </a:endParaRPr>
          </a:p>
        </p:txBody>
      </p:sp>
      <p:sp>
        <p:nvSpPr>
          <p:cNvPr id="11" name="Rechteck: abgerundete Ecken 10">
            <a:extLst>
              <a:ext uri="{FF2B5EF4-FFF2-40B4-BE49-F238E27FC236}">
                <a16:creationId xmlns:a16="http://schemas.microsoft.com/office/drawing/2014/main" id="{4AE5187A-FFCB-4C33-86A6-D8C2BFFF8B6B}"/>
              </a:ext>
            </a:extLst>
          </p:cNvPr>
          <p:cNvSpPr/>
          <p:nvPr userDrawn="1"/>
        </p:nvSpPr>
        <p:spPr>
          <a:xfrm>
            <a:off x="6240899" y="4106487"/>
            <a:ext cx="5500837" cy="1080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CH" sz="1798">
              <a:solidFill>
                <a:schemeClr val="tx2"/>
              </a:solidFill>
            </a:endParaRPr>
          </a:p>
        </p:txBody>
      </p:sp>
      <p:sp>
        <p:nvSpPr>
          <p:cNvPr id="12" name="Bildplatzhalter 10">
            <a:extLst>
              <a:ext uri="{FF2B5EF4-FFF2-40B4-BE49-F238E27FC236}">
                <a16:creationId xmlns:a16="http://schemas.microsoft.com/office/drawing/2014/main" id="{13C15971-8AAD-4C4A-872E-B71C36BF02E2}"/>
              </a:ext>
            </a:extLst>
          </p:cNvPr>
          <p:cNvSpPr>
            <a:spLocks noGrp="1"/>
          </p:cNvSpPr>
          <p:nvPr>
            <p:ph type="pic" sz="quarter" idx="15"/>
          </p:nvPr>
        </p:nvSpPr>
        <p:spPr>
          <a:xfrm>
            <a:off x="455633" y="1438103"/>
            <a:ext cx="5500838" cy="2510443"/>
          </a:xfrm>
          <a:prstGeom prst="roundRect">
            <a:avLst>
              <a:gd name="adj" fmla="val 768"/>
            </a:avLst>
          </a:prstGeom>
          <a:noFill/>
        </p:spPr>
        <p:txBody>
          <a:bodyPr lIns="72000" tIns="684000" rIns="72000" bIns="72000" anchor="ctr"/>
          <a:lstStyle>
            <a:lvl1pPr marL="0" indent="0" algn="ctr">
              <a:buFontTx/>
              <a:buNone/>
              <a:defRPr sz="1398">
                <a:solidFill>
                  <a:schemeClr val="tx2"/>
                </a:solidFill>
              </a:defRPr>
            </a:lvl1pPr>
          </a:lstStyle>
          <a:p>
            <a:r>
              <a:rPr lang="de-DE"/>
              <a:t>Bild durch Klicken auf Symbol hinzufügen</a:t>
            </a:r>
            <a:endParaRPr lang="de-CH"/>
          </a:p>
        </p:txBody>
      </p:sp>
      <p:sp>
        <p:nvSpPr>
          <p:cNvPr id="13" name="Bildplatzhalter 10">
            <a:extLst>
              <a:ext uri="{FF2B5EF4-FFF2-40B4-BE49-F238E27FC236}">
                <a16:creationId xmlns:a16="http://schemas.microsoft.com/office/drawing/2014/main" id="{E2676283-FFF0-4D2B-95AA-9FD33EADC673}"/>
              </a:ext>
            </a:extLst>
          </p:cNvPr>
          <p:cNvSpPr>
            <a:spLocks noGrp="1"/>
          </p:cNvSpPr>
          <p:nvPr>
            <p:ph type="pic" sz="quarter" idx="17"/>
          </p:nvPr>
        </p:nvSpPr>
        <p:spPr>
          <a:xfrm>
            <a:off x="6240899" y="1438103"/>
            <a:ext cx="5500838" cy="2510443"/>
          </a:xfrm>
          <a:prstGeom prst="roundRect">
            <a:avLst>
              <a:gd name="adj" fmla="val 768"/>
            </a:avLst>
          </a:prstGeom>
          <a:noFill/>
        </p:spPr>
        <p:txBody>
          <a:bodyPr lIns="72000" tIns="684000" rIns="72000" bIns="72000" anchor="ctr"/>
          <a:lstStyle>
            <a:lvl1pPr marL="0" indent="0" algn="ctr">
              <a:buFontTx/>
              <a:buNone/>
              <a:defRPr sz="1398">
                <a:solidFill>
                  <a:schemeClr val="tx2"/>
                </a:solidFill>
              </a:defRPr>
            </a:lvl1pPr>
          </a:lstStyle>
          <a:p>
            <a:r>
              <a:rPr lang="de-DE"/>
              <a:t>Bild durch Klicken auf Symbol hinzufügen</a:t>
            </a:r>
            <a:endParaRPr lang="de-CH"/>
          </a:p>
        </p:txBody>
      </p:sp>
      <p:sp>
        <p:nvSpPr>
          <p:cNvPr id="3" name="Titel 2">
            <a:extLst>
              <a:ext uri="{FF2B5EF4-FFF2-40B4-BE49-F238E27FC236}">
                <a16:creationId xmlns:a16="http://schemas.microsoft.com/office/drawing/2014/main" id="{62F9F81B-D5CF-4B09-990D-01371D91D838}"/>
              </a:ext>
            </a:extLst>
          </p:cNvPr>
          <p:cNvSpPr>
            <a:spLocks noGrp="1"/>
          </p:cNvSpPr>
          <p:nvPr>
            <p:ph type="title"/>
          </p:nvPr>
        </p:nvSpPr>
        <p:spPr/>
        <p:txBody>
          <a:bodyPr/>
          <a:lstStyle>
            <a:lvl1pPr>
              <a:defRPr>
                <a:solidFill>
                  <a:schemeClr val="tx2"/>
                </a:solidFill>
              </a:defRPr>
            </a:lvl1pPr>
          </a:lstStyle>
          <a:p>
            <a:r>
              <a:rPr lang="de-DE"/>
              <a:t>Mastertitelformat bearbeiten</a:t>
            </a:r>
            <a:endParaRPr lang="de-CH"/>
          </a:p>
        </p:txBody>
      </p:sp>
    </p:spTree>
    <p:extLst>
      <p:ext uri="{BB962C8B-B14F-4D97-AF65-F5344CB8AC3E}">
        <p14:creationId xmlns:p14="http://schemas.microsoft.com/office/powerpoint/2010/main" val="12266088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rei Bilder mit Textfelder">
    <p:spTree>
      <p:nvGrpSpPr>
        <p:cNvPr id="1" name=""/>
        <p:cNvGrpSpPr/>
        <p:nvPr/>
      </p:nvGrpSpPr>
      <p:grpSpPr>
        <a:xfrm>
          <a:off x="0" y="0"/>
          <a:ext cx="0" cy="0"/>
          <a:chOff x="0" y="0"/>
          <a:chExt cx="0" cy="0"/>
        </a:xfrm>
      </p:grpSpPr>
      <p:sp>
        <p:nvSpPr>
          <p:cNvPr id="12" name="Foliennummernplatzhalter 2"/>
          <p:cNvSpPr>
            <a:spLocks noGrp="1"/>
          </p:cNvSpPr>
          <p:nvPr>
            <p:ph type="sldNum" sz="quarter" idx="21"/>
          </p:nvPr>
        </p:nvSpPr>
        <p:spPr/>
        <p:txBody>
          <a:bodyPr/>
          <a:lstStyle>
            <a:lvl1pPr>
              <a:defRPr>
                <a:solidFill>
                  <a:schemeClr val="tx2"/>
                </a:solidFill>
              </a:defRPr>
            </a:lvl1pPr>
          </a:lstStyle>
          <a:p>
            <a:pPr>
              <a:defRPr/>
            </a:pPr>
            <a:fld id="{AB50D9A4-4B03-4410-9017-78E09E000AC4}" type="slidenum">
              <a:rPr lang="de-CH" smtClean="0"/>
              <a:pPr>
                <a:defRPr/>
              </a:pPr>
              <a:t>‹#›</a:t>
            </a:fld>
            <a:endParaRPr lang="de-CH"/>
          </a:p>
        </p:txBody>
      </p:sp>
      <p:sp>
        <p:nvSpPr>
          <p:cNvPr id="13" name="Textplatzhalter 2">
            <a:extLst>
              <a:ext uri="{FF2B5EF4-FFF2-40B4-BE49-F238E27FC236}">
                <a16:creationId xmlns:a16="http://schemas.microsoft.com/office/drawing/2014/main" id="{DEA3E8DD-B869-4872-9E5E-D7638858FB85}"/>
              </a:ext>
            </a:extLst>
          </p:cNvPr>
          <p:cNvSpPr>
            <a:spLocks noGrp="1"/>
          </p:cNvSpPr>
          <p:nvPr>
            <p:ph type="body" idx="22"/>
          </p:nvPr>
        </p:nvSpPr>
        <p:spPr>
          <a:xfrm>
            <a:off x="455633" y="4355869"/>
            <a:ext cx="3552175" cy="1562793"/>
          </a:xfrm>
          <a:prstGeom prst="rect">
            <a:avLst/>
          </a:prstGeom>
        </p:spPr>
        <p:txBody>
          <a:bodyPr lIns="0" rIns="0" anchor="t" anchorCtr="0"/>
          <a:lstStyle>
            <a:lvl1pPr marL="0" indent="0">
              <a:buNone/>
              <a:defRPr sz="2197" b="0" i="0">
                <a:solidFill>
                  <a:schemeClr val="tx2"/>
                </a:solidFill>
                <a:latin typeface="Lucida Sans"/>
                <a:cs typeface="Lucida Sans"/>
              </a:defRPr>
            </a:lvl1pPr>
            <a:lvl2pPr marL="456606" indent="0">
              <a:buNone/>
              <a:defRPr sz="1997" b="1"/>
            </a:lvl2pPr>
            <a:lvl3pPr marL="913211" indent="0">
              <a:buNone/>
              <a:defRPr sz="1798" b="1"/>
            </a:lvl3pPr>
            <a:lvl4pPr marL="1369817" indent="0">
              <a:buNone/>
              <a:defRPr sz="1598" b="1"/>
            </a:lvl4pPr>
            <a:lvl5pPr marL="1826423" indent="0">
              <a:buNone/>
              <a:defRPr sz="1598" b="1"/>
            </a:lvl5pPr>
            <a:lvl6pPr marL="2283028" indent="0">
              <a:buNone/>
              <a:defRPr sz="1598" b="1"/>
            </a:lvl6pPr>
            <a:lvl7pPr marL="2739634" indent="0">
              <a:buNone/>
              <a:defRPr sz="1598" b="1"/>
            </a:lvl7pPr>
            <a:lvl8pPr marL="3196239" indent="0">
              <a:buNone/>
              <a:defRPr sz="1598" b="1"/>
            </a:lvl8pPr>
            <a:lvl9pPr marL="3652845" indent="0">
              <a:buNone/>
              <a:defRPr sz="1598" b="1"/>
            </a:lvl9pPr>
          </a:lstStyle>
          <a:p>
            <a:pPr lvl="0"/>
            <a:r>
              <a:rPr lang="de-DE"/>
              <a:t>Mastertextformat bearbeiten</a:t>
            </a:r>
          </a:p>
        </p:txBody>
      </p:sp>
      <p:sp>
        <p:nvSpPr>
          <p:cNvPr id="16" name="Textplatzhalter 2">
            <a:extLst>
              <a:ext uri="{FF2B5EF4-FFF2-40B4-BE49-F238E27FC236}">
                <a16:creationId xmlns:a16="http://schemas.microsoft.com/office/drawing/2014/main" id="{07648B6C-7DD3-4170-9CB8-01C7235079FC}"/>
              </a:ext>
            </a:extLst>
          </p:cNvPr>
          <p:cNvSpPr>
            <a:spLocks noGrp="1"/>
          </p:cNvSpPr>
          <p:nvPr>
            <p:ph type="body" idx="14"/>
          </p:nvPr>
        </p:nvSpPr>
        <p:spPr>
          <a:xfrm>
            <a:off x="8189561" y="4355869"/>
            <a:ext cx="3552176" cy="1562793"/>
          </a:xfrm>
          <a:prstGeom prst="rect">
            <a:avLst/>
          </a:prstGeom>
        </p:spPr>
        <p:txBody>
          <a:bodyPr lIns="0" rIns="0" anchor="t" anchorCtr="0"/>
          <a:lstStyle>
            <a:lvl1pPr marL="0" indent="0">
              <a:buNone/>
              <a:defRPr sz="2197" b="0" i="0">
                <a:solidFill>
                  <a:schemeClr val="tx2"/>
                </a:solidFill>
                <a:latin typeface="Lucida Sans"/>
                <a:cs typeface="Lucida Sans"/>
              </a:defRPr>
            </a:lvl1pPr>
            <a:lvl2pPr marL="456606" indent="0">
              <a:buNone/>
              <a:defRPr sz="1997" b="1"/>
            </a:lvl2pPr>
            <a:lvl3pPr marL="913211" indent="0">
              <a:buNone/>
              <a:defRPr sz="1798" b="1"/>
            </a:lvl3pPr>
            <a:lvl4pPr marL="1369817" indent="0">
              <a:buNone/>
              <a:defRPr sz="1598" b="1"/>
            </a:lvl4pPr>
            <a:lvl5pPr marL="1826423" indent="0">
              <a:buNone/>
              <a:defRPr sz="1598" b="1"/>
            </a:lvl5pPr>
            <a:lvl6pPr marL="2283028" indent="0">
              <a:buNone/>
              <a:defRPr sz="1598" b="1"/>
            </a:lvl6pPr>
            <a:lvl7pPr marL="2739634" indent="0">
              <a:buNone/>
              <a:defRPr sz="1598" b="1"/>
            </a:lvl7pPr>
            <a:lvl8pPr marL="3196239" indent="0">
              <a:buNone/>
              <a:defRPr sz="1598" b="1"/>
            </a:lvl8pPr>
            <a:lvl9pPr marL="3652845" indent="0">
              <a:buNone/>
              <a:defRPr sz="1598" b="1"/>
            </a:lvl9pPr>
          </a:lstStyle>
          <a:p>
            <a:pPr lvl="0"/>
            <a:r>
              <a:rPr lang="de-DE"/>
              <a:t>Mastertextformat bearbeiten</a:t>
            </a:r>
          </a:p>
        </p:txBody>
      </p:sp>
      <p:sp>
        <p:nvSpPr>
          <p:cNvPr id="17" name="Rechteck: abgerundete Ecken 16">
            <a:extLst>
              <a:ext uri="{FF2B5EF4-FFF2-40B4-BE49-F238E27FC236}">
                <a16:creationId xmlns:a16="http://schemas.microsoft.com/office/drawing/2014/main" id="{A1D57F0A-2F51-4B66-A590-F3965B06959C}"/>
              </a:ext>
            </a:extLst>
          </p:cNvPr>
          <p:cNvSpPr/>
          <p:nvPr userDrawn="1"/>
        </p:nvSpPr>
        <p:spPr>
          <a:xfrm>
            <a:off x="455633" y="4106487"/>
            <a:ext cx="3552175" cy="1080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CH" sz="1798"/>
          </a:p>
        </p:txBody>
      </p:sp>
      <p:sp>
        <p:nvSpPr>
          <p:cNvPr id="18" name="Rechteck: abgerundete Ecken 17">
            <a:extLst>
              <a:ext uri="{FF2B5EF4-FFF2-40B4-BE49-F238E27FC236}">
                <a16:creationId xmlns:a16="http://schemas.microsoft.com/office/drawing/2014/main" id="{0BDF737F-1596-4573-A435-B5BA40D519D9}"/>
              </a:ext>
            </a:extLst>
          </p:cNvPr>
          <p:cNvSpPr/>
          <p:nvPr userDrawn="1"/>
        </p:nvSpPr>
        <p:spPr>
          <a:xfrm>
            <a:off x="8189561" y="4106487"/>
            <a:ext cx="3552176" cy="1080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CH" sz="1798"/>
          </a:p>
        </p:txBody>
      </p:sp>
      <p:sp>
        <p:nvSpPr>
          <p:cNvPr id="19" name="Bildplatzhalter 10">
            <a:extLst>
              <a:ext uri="{FF2B5EF4-FFF2-40B4-BE49-F238E27FC236}">
                <a16:creationId xmlns:a16="http://schemas.microsoft.com/office/drawing/2014/main" id="{893442A3-CE33-46C0-A18B-D18C070CBFB0}"/>
              </a:ext>
            </a:extLst>
          </p:cNvPr>
          <p:cNvSpPr>
            <a:spLocks noGrp="1"/>
          </p:cNvSpPr>
          <p:nvPr>
            <p:ph type="pic" sz="quarter" idx="23"/>
          </p:nvPr>
        </p:nvSpPr>
        <p:spPr>
          <a:xfrm>
            <a:off x="455633" y="1438103"/>
            <a:ext cx="3552176" cy="2510443"/>
          </a:xfrm>
          <a:prstGeom prst="roundRect">
            <a:avLst>
              <a:gd name="adj" fmla="val 768"/>
            </a:avLst>
          </a:prstGeom>
          <a:noFill/>
        </p:spPr>
        <p:txBody>
          <a:bodyPr lIns="72000" tIns="684000" rIns="72000" bIns="72000" anchor="ctr"/>
          <a:lstStyle>
            <a:lvl1pPr marL="0" indent="0" algn="ctr">
              <a:buFontTx/>
              <a:buNone/>
              <a:defRPr sz="1398">
                <a:solidFill>
                  <a:schemeClr val="tx2"/>
                </a:solidFill>
              </a:defRPr>
            </a:lvl1pPr>
          </a:lstStyle>
          <a:p>
            <a:r>
              <a:rPr lang="de-DE"/>
              <a:t>Bild durch Klicken auf Symbol hinzufügen</a:t>
            </a:r>
            <a:endParaRPr lang="de-CH"/>
          </a:p>
        </p:txBody>
      </p:sp>
      <p:sp>
        <p:nvSpPr>
          <p:cNvPr id="20" name="Bildplatzhalter 10">
            <a:extLst>
              <a:ext uri="{FF2B5EF4-FFF2-40B4-BE49-F238E27FC236}">
                <a16:creationId xmlns:a16="http://schemas.microsoft.com/office/drawing/2014/main" id="{51FB2453-80BA-4C27-A3FA-F17223AF5DD9}"/>
              </a:ext>
            </a:extLst>
          </p:cNvPr>
          <p:cNvSpPr>
            <a:spLocks noGrp="1"/>
          </p:cNvSpPr>
          <p:nvPr>
            <p:ph type="pic" sz="quarter" idx="17"/>
          </p:nvPr>
        </p:nvSpPr>
        <p:spPr>
          <a:xfrm>
            <a:off x="8189560" y="1438103"/>
            <a:ext cx="3552177" cy="2510443"/>
          </a:xfrm>
          <a:prstGeom prst="roundRect">
            <a:avLst>
              <a:gd name="adj" fmla="val 768"/>
            </a:avLst>
          </a:prstGeom>
          <a:noFill/>
        </p:spPr>
        <p:txBody>
          <a:bodyPr lIns="72000" tIns="684000" rIns="72000" bIns="72000" anchor="ctr"/>
          <a:lstStyle>
            <a:lvl1pPr marL="0" indent="0" algn="ctr">
              <a:buFontTx/>
              <a:buNone/>
              <a:defRPr sz="1398">
                <a:solidFill>
                  <a:schemeClr val="tx2"/>
                </a:solidFill>
              </a:defRPr>
            </a:lvl1pPr>
          </a:lstStyle>
          <a:p>
            <a:r>
              <a:rPr lang="de-DE"/>
              <a:t>Bild durch Klicken auf Symbol hinzufügen</a:t>
            </a:r>
            <a:endParaRPr lang="de-CH"/>
          </a:p>
        </p:txBody>
      </p:sp>
      <p:sp>
        <p:nvSpPr>
          <p:cNvPr id="21" name="Textplatzhalter 2">
            <a:extLst>
              <a:ext uri="{FF2B5EF4-FFF2-40B4-BE49-F238E27FC236}">
                <a16:creationId xmlns:a16="http://schemas.microsoft.com/office/drawing/2014/main" id="{48C409BF-FC71-4809-A5D6-3038577EA628}"/>
              </a:ext>
            </a:extLst>
          </p:cNvPr>
          <p:cNvSpPr>
            <a:spLocks noGrp="1"/>
          </p:cNvSpPr>
          <p:nvPr>
            <p:ph type="body" idx="24"/>
          </p:nvPr>
        </p:nvSpPr>
        <p:spPr>
          <a:xfrm>
            <a:off x="4322597" y="4355869"/>
            <a:ext cx="3552176" cy="1562793"/>
          </a:xfrm>
          <a:prstGeom prst="rect">
            <a:avLst/>
          </a:prstGeom>
        </p:spPr>
        <p:txBody>
          <a:bodyPr lIns="0" rIns="0" anchor="t" anchorCtr="0"/>
          <a:lstStyle>
            <a:lvl1pPr marL="0" indent="0">
              <a:buNone/>
              <a:defRPr sz="2197" b="0" i="0">
                <a:solidFill>
                  <a:schemeClr val="tx2"/>
                </a:solidFill>
                <a:latin typeface="Lucida Sans"/>
                <a:cs typeface="Lucida Sans"/>
              </a:defRPr>
            </a:lvl1pPr>
            <a:lvl2pPr marL="456606" indent="0">
              <a:buNone/>
              <a:defRPr sz="1997" b="1"/>
            </a:lvl2pPr>
            <a:lvl3pPr marL="913211" indent="0">
              <a:buNone/>
              <a:defRPr sz="1798" b="1"/>
            </a:lvl3pPr>
            <a:lvl4pPr marL="1369817" indent="0">
              <a:buNone/>
              <a:defRPr sz="1598" b="1"/>
            </a:lvl4pPr>
            <a:lvl5pPr marL="1826423" indent="0">
              <a:buNone/>
              <a:defRPr sz="1598" b="1"/>
            </a:lvl5pPr>
            <a:lvl6pPr marL="2283028" indent="0">
              <a:buNone/>
              <a:defRPr sz="1598" b="1"/>
            </a:lvl6pPr>
            <a:lvl7pPr marL="2739634" indent="0">
              <a:buNone/>
              <a:defRPr sz="1598" b="1"/>
            </a:lvl7pPr>
            <a:lvl8pPr marL="3196239" indent="0">
              <a:buNone/>
              <a:defRPr sz="1598" b="1"/>
            </a:lvl8pPr>
            <a:lvl9pPr marL="3652845" indent="0">
              <a:buNone/>
              <a:defRPr sz="1598" b="1"/>
            </a:lvl9pPr>
          </a:lstStyle>
          <a:p>
            <a:pPr lvl="0"/>
            <a:r>
              <a:rPr lang="de-DE"/>
              <a:t>Mastertextformat bearbeiten</a:t>
            </a:r>
          </a:p>
        </p:txBody>
      </p:sp>
      <p:sp>
        <p:nvSpPr>
          <p:cNvPr id="22" name="Rechteck: abgerundete Ecken 21">
            <a:extLst>
              <a:ext uri="{FF2B5EF4-FFF2-40B4-BE49-F238E27FC236}">
                <a16:creationId xmlns:a16="http://schemas.microsoft.com/office/drawing/2014/main" id="{ECEE718E-8038-4A79-9DDF-AE6210425CB5}"/>
              </a:ext>
            </a:extLst>
          </p:cNvPr>
          <p:cNvSpPr/>
          <p:nvPr userDrawn="1"/>
        </p:nvSpPr>
        <p:spPr>
          <a:xfrm>
            <a:off x="4322597" y="4106487"/>
            <a:ext cx="3552176" cy="1080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CH" sz="1798"/>
          </a:p>
        </p:txBody>
      </p:sp>
      <p:sp>
        <p:nvSpPr>
          <p:cNvPr id="23" name="Bildplatzhalter 10">
            <a:extLst>
              <a:ext uri="{FF2B5EF4-FFF2-40B4-BE49-F238E27FC236}">
                <a16:creationId xmlns:a16="http://schemas.microsoft.com/office/drawing/2014/main" id="{0E9B9157-7EB2-4A30-9136-318F7B17B600}"/>
              </a:ext>
            </a:extLst>
          </p:cNvPr>
          <p:cNvSpPr>
            <a:spLocks noGrp="1"/>
          </p:cNvSpPr>
          <p:nvPr>
            <p:ph type="pic" sz="quarter" idx="25"/>
          </p:nvPr>
        </p:nvSpPr>
        <p:spPr>
          <a:xfrm>
            <a:off x="4322597" y="1438103"/>
            <a:ext cx="3552177" cy="2510443"/>
          </a:xfrm>
          <a:prstGeom prst="roundRect">
            <a:avLst>
              <a:gd name="adj" fmla="val 768"/>
            </a:avLst>
          </a:prstGeom>
          <a:noFill/>
        </p:spPr>
        <p:txBody>
          <a:bodyPr lIns="72000" tIns="684000" rIns="72000" bIns="72000" anchor="ctr"/>
          <a:lstStyle>
            <a:lvl1pPr marL="0" indent="0" algn="ctr">
              <a:buFontTx/>
              <a:buNone/>
              <a:defRPr sz="1398">
                <a:solidFill>
                  <a:schemeClr val="tx2"/>
                </a:solidFill>
              </a:defRPr>
            </a:lvl1pPr>
          </a:lstStyle>
          <a:p>
            <a:r>
              <a:rPr lang="de-DE"/>
              <a:t>Bild durch Klicken auf Symbol hinzufügen</a:t>
            </a:r>
            <a:endParaRPr lang="de-CH"/>
          </a:p>
        </p:txBody>
      </p:sp>
      <p:sp>
        <p:nvSpPr>
          <p:cNvPr id="2" name="Titel 1">
            <a:extLst>
              <a:ext uri="{FF2B5EF4-FFF2-40B4-BE49-F238E27FC236}">
                <a16:creationId xmlns:a16="http://schemas.microsoft.com/office/drawing/2014/main" id="{82BE7B7F-778E-4BC6-8EE5-8544E23F92D9}"/>
              </a:ext>
            </a:extLst>
          </p:cNvPr>
          <p:cNvSpPr>
            <a:spLocks noGrp="1"/>
          </p:cNvSpPr>
          <p:nvPr>
            <p:ph type="title"/>
          </p:nvPr>
        </p:nvSpPr>
        <p:spPr/>
        <p:txBody>
          <a:bodyPr/>
          <a:lstStyle/>
          <a:p>
            <a:r>
              <a:rPr lang="de-DE"/>
              <a:t>Mastertitelformat bearbeiten</a:t>
            </a:r>
            <a:endParaRPr lang="de-CH"/>
          </a:p>
        </p:txBody>
      </p:sp>
    </p:spTree>
    <p:extLst>
      <p:ext uri="{BB962C8B-B14F-4D97-AF65-F5344CB8AC3E}">
        <p14:creationId xmlns:p14="http://schemas.microsoft.com/office/powerpoint/2010/main" val="21258071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Vier Bilder mit Textfelder">
    <p:spTree>
      <p:nvGrpSpPr>
        <p:cNvPr id="1" name=""/>
        <p:cNvGrpSpPr/>
        <p:nvPr/>
      </p:nvGrpSpPr>
      <p:grpSpPr>
        <a:xfrm>
          <a:off x="0" y="0"/>
          <a:ext cx="0" cy="0"/>
          <a:chOff x="0" y="0"/>
          <a:chExt cx="0" cy="0"/>
        </a:xfrm>
      </p:grpSpPr>
      <p:sp>
        <p:nvSpPr>
          <p:cNvPr id="15" name="Textplatzhalter 2"/>
          <p:cNvSpPr>
            <a:spLocks noGrp="1"/>
          </p:cNvSpPr>
          <p:nvPr>
            <p:ph type="body" idx="1"/>
          </p:nvPr>
        </p:nvSpPr>
        <p:spPr>
          <a:xfrm>
            <a:off x="455633" y="4350326"/>
            <a:ext cx="2624584" cy="1562793"/>
          </a:xfrm>
          <a:prstGeom prst="rect">
            <a:avLst/>
          </a:prstGeom>
        </p:spPr>
        <p:txBody>
          <a:bodyPr lIns="0" rIns="0" anchor="t" anchorCtr="0"/>
          <a:lstStyle>
            <a:lvl1pPr marL="0" indent="0">
              <a:buNone/>
              <a:defRPr sz="2197" b="0" i="0">
                <a:solidFill>
                  <a:schemeClr val="tx2"/>
                </a:solidFill>
                <a:latin typeface="Lucida Sans"/>
                <a:cs typeface="Lucida Sans"/>
              </a:defRPr>
            </a:lvl1pPr>
            <a:lvl2pPr marL="456606" indent="0">
              <a:buNone/>
              <a:defRPr sz="1997" b="1"/>
            </a:lvl2pPr>
            <a:lvl3pPr marL="913211" indent="0">
              <a:buNone/>
              <a:defRPr sz="1798" b="1"/>
            </a:lvl3pPr>
            <a:lvl4pPr marL="1369817" indent="0">
              <a:buNone/>
              <a:defRPr sz="1598" b="1"/>
            </a:lvl4pPr>
            <a:lvl5pPr marL="1826423" indent="0">
              <a:buNone/>
              <a:defRPr sz="1598" b="1"/>
            </a:lvl5pPr>
            <a:lvl6pPr marL="2283028" indent="0">
              <a:buNone/>
              <a:defRPr sz="1598" b="1"/>
            </a:lvl6pPr>
            <a:lvl7pPr marL="2739634" indent="0">
              <a:buNone/>
              <a:defRPr sz="1598" b="1"/>
            </a:lvl7pPr>
            <a:lvl8pPr marL="3196239" indent="0">
              <a:buNone/>
              <a:defRPr sz="1598" b="1"/>
            </a:lvl8pPr>
            <a:lvl9pPr marL="3652845" indent="0">
              <a:buNone/>
              <a:defRPr sz="1598" b="1"/>
            </a:lvl9pPr>
          </a:lstStyle>
          <a:p>
            <a:pPr lvl="0"/>
            <a:r>
              <a:rPr lang="de-DE"/>
              <a:t>Mastertextformat bearbeiten</a:t>
            </a:r>
          </a:p>
        </p:txBody>
      </p:sp>
      <p:sp>
        <p:nvSpPr>
          <p:cNvPr id="17" name="Textplatzhalter 2"/>
          <p:cNvSpPr>
            <a:spLocks noGrp="1"/>
          </p:cNvSpPr>
          <p:nvPr>
            <p:ph type="body" idx="14"/>
          </p:nvPr>
        </p:nvSpPr>
        <p:spPr>
          <a:xfrm>
            <a:off x="6217997" y="4350326"/>
            <a:ext cx="2624583" cy="1562793"/>
          </a:xfrm>
          <a:prstGeom prst="rect">
            <a:avLst/>
          </a:prstGeom>
        </p:spPr>
        <p:txBody>
          <a:bodyPr lIns="0" rIns="0" anchor="t" anchorCtr="0"/>
          <a:lstStyle>
            <a:lvl1pPr marL="0" indent="0">
              <a:buNone/>
              <a:defRPr sz="2197" b="0" i="0">
                <a:solidFill>
                  <a:schemeClr val="tx2"/>
                </a:solidFill>
                <a:latin typeface="Lucida Sans"/>
                <a:cs typeface="Lucida Sans"/>
              </a:defRPr>
            </a:lvl1pPr>
            <a:lvl2pPr marL="456606" indent="0">
              <a:buNone/>
              <a:defRPr sz="1997" b="1"/>
            </a:lvl2pPr>
            <a:lvl3pPr marL="913211" indent="0">
              <a:buNone/>
              <a:defRPr sz="1798" b="1"/>
            </a:lvl3pPr>
            <a:lvl4pPr marL="1369817" indent="0">
              <a:buNone/>
              <a:defRPr sz="1598" b="1"/>
            </a:lvl4pPr>
            <a:lvl5pPr marL="1826423" indent="0">
              <a:buNone/>
              <a:defRPr sz="1598" b="1"/>
            </a:lvl5pPr>
            <a:lvl6pPr marL="2283028" indent="0">
              <a:buNone/>
              <a:defRPr sz="1598" b="1"/>
            </a:lvl6pPr>
            <a:lvl7pPr marL="2739634" indent="0">
              <a:buNone/>
              <a:defRPr sz="1598" b="1"/>
            </a:lvl7pPr>
            <a:lvl8pPr marL="3196239" indent="0">
              <a:buNone/>
              <a:defRPr sz="1598" b="1"/>
            </a:lvl8pPr>
            <a:lvl9pPr marL="3652845" indent="0">
              <a:buNone/>
              <a:defRPr sz="1598" b="1"/>
            </a:lvl9pPr>
          </a:lstStyle>
          <a:p>
            <a:pPr lvl="0"/>
            <a:r>
              <a:rPr lang="de-DE"/>
              <a:t>Mastertextformat bearbeiten</a:t>
            </a:r>
          </a:p>
        </p:txBody>
      </p:sp>
      <p:sp>
        <p:nvSpPr>
          <p:cNvPr id="7" name="Foliennummernplatzhalter 2"/>
          <p:cNvSpPr>
            <a:spLocks noGrp="1"/>
          </p:cNvSpPr>
          <p:nvPr>
            <p:ph type="sldNum" sz="quarter" idx="16"/>
          </p:nvPr>
        </p:nvSpPr>
        <p:spPr/>
        <p:txBody>
          <a:bodyPr/>
          <a:lstStyle>
            <a:lvl1pPr>
              <a:defRPr/>
            </a:lvl1pPr>
          </a:lstStyle>
          <a:p>
            <a:pPr>
              <a:defRPr/>
            </a:pPr>
            <a:fld id="{ECA6D72C-BFB2-41C7-957D-2E87BB499368}" type="slidenum">
              <a:rPr lang="de-CH"/>
              <a:pPr>
                <a:defRPr/>
              </a:pPr>
              <a:t>‹#›</a:t>
            </a:fld>
            <a:endParaRPr lang="de-CH"/>
          </a:p>
        </p:txBody>
      </p:sp>
      <p:sp>
        <p:nvSpPr>
          <p:cNvPr id="4" name="Rechteck: abgerundete Ecken 3">
            <a:extLst>
              <a:ext uri="{FF2B5EF4-FFF2-40B4-BE49-F238E27FC236}">
                <a16:creationId xmlns:a16="http://schemas.microsoft.com/office/drawing/2014/main" id="{D5EC5F02-E049-44D7-AF09-096D83385327}"/>
              </a:ext>
            </a:extLst>
          </p:cNvPr>
          <p:cNvSpPr/>
          <p:nvPr userDrawn="1"/>
        </p:nvSpPr>
        <p:spPr>
          <a:xfrm>
            <a:off x="455633" y="4106487"/>
            <a:ext cx="2624583" cy="1080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CH" sz="1798">
              <a:solidFill>
                <a:schemeClr val="tx2"/>
              </a:solidFill>
            </a:endParaRPr>
          </a:p>
        </p:txBody>
      </p:sp>
      <p:sp>
        <p:nvSpPr>
          <p:cNvPr id="11" name="Rechteck: abgerundete Ecken 10">
            <a:extLst>
              <a:ext uri="{FF2B5EF4-FFF2-40B4-BE49-F238E27FC236}">
                <a16:creationId xmlns:a16="http://schemas.microsoft.com/office/drawing/2014/main" id="{4AE5187A-FFCB-4C33-86A6-D8C2BFFF8B6B}"/>
              </a:ext>
            </a:extLst>
          </p:cNvPr>
          <p:cNvSpPr/>
          <p:nvPr userDrawn="1"/>
        </p:nvSpPr>
        <p:spPr>
          <a:xfrm>
            <a:off x="6217995" y="4106487"/>
            <a:ext cx="2624583" cy="1080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CH" sz="1798">
              <a:solidFill>
                <a:schemeClr val="tx2"/>
              </a:solidFill>
            </a:endParaRPr>
          </a:p>
        </p:txBody>
      </p:sp>
      <p:sp>
        <p:nvSpPr>
          <p:cNvPr id="12" name="Bildplatzhalter 10">
            <a:extLst>
              <a:ext uri="{FF2B5EF4-FFF2-40B4-BE49-F238E27FC236}">
                <a16:creationId xmlns:a16="http://schemas.microsoft.com/office/drawing/2014/main" id="{13C15971-8AAD-4C4A-872E-B71C36BF02E2}"/>
              </a:ext>
            </a:extLst>
          </p:cNvPr>
          <p:cNvSpPr>
            <a:spLocks noGrp="1"/>
          </p:cNvSpPr>
          <p:nvPr>
            <p:ph type="pic" sz="quarter" idx="15"/>
          </p:nvPr>
        </p:nvSpPr>
        <p:spPr>
          <a:xfrm>
            <a:off x="455634" y="1438102"/>
            <a:ext cx="2624583" cy="2510443"/>
          </a:xfrm>
          <a:prstGeom prst="roundRect">
            <a:avLst>
              <a:gd name="adj" fmla="val 768"/>
            </a:avLst>
          </a:prstGeom>
          <a:noFill/>
        </p:spPr>
        <p:txBody>
          <a:bodyPr lIns="72000" tIns="684000" rIns="72000" bIns="72000" anchor="ctr"/>
          <a:lstStyle>
            <a:lvl1pPr marL="0" indent="0" algn="ctr">
              <a:buFontTx/>
              <a:buNone/>
              <a:defRPr sz="1398">
                <a:solidFill>
                  <a:schemeClr val="tx2"/>
                </a:solidFill>
              </a:defRPr>
            </a:lvl1pPr>
          </a:lstStyle>
          <a:p>
            <a:r>
              <a:rPr lang="de-DE"/>
              <a:t>Bild durch Klicken auf Symbol hinzufügen</a:t>
            </a:r>
            <a:endParaRPr lang="de-CH"/>
          </a:p>
        </p:txBody>
      </p:sp>
      <p:sp>
        <p:nvSpPr>
          <p:cNvPr id="13" name="Bildplatzhalter 10">
            <a:extLst>
              <a:ext uri="{FF2B5EF4-FFF2-40B4-BE49-F238E27FC236}">
                <a16:creationId xmlns:a16="http://schemas.microsoft.com/office/drawing/2014/main" id="{E2676283-FFF0-4D2B-95AA-9FD33EADC673}"/>
              </a:ext>
            </a:extLst>
          </p:cNvPr>
          <p:cNvSpPr>
            <a:spLocks noGrp="1"/>
          </p:cNvSpPr>
          <p:nvPr>
            <p:ph type="pic" sz="quarter" idx="17"/>
          </p:nvPr>
        </p:nvSpPr>
        <p:spPr>
          <a:xfrm>
            <a:off x="6229981" y="1438102"/>
            <a:ext cx="2624583" cy="2510443"/>
          </a:xfrm>
          <a:prstGeom prst="roundRect">
            <a:avLst>
              <a:gd name="adj" fmla="val 768"/>
            </a:avLst>
          </a:prstGeom>
          <a:noFill/>
        </p:spPr>
        <p:txBody>
          <a:bodyPr lIns="72000" tIns="684000" rIns="72000" bIns="72000" anchor="ctr"/>
          <a:lstStyle>
            <a:lvl1pPr marL="0" indent="0" algn="ctr">
              <a:buFontTx/>
              <a:buNone/>
              <a:defRPr sz="1398">
                <a:solidFill>
                  <a:schemeClr val="tx2"/>
                </a:solidFill>
              </a:defRPr>
            </a:lvl1pPr>
          </a:lstStyle>
          <a:p>
            <a:r>
              <a:rPr lang="de-DE"/>
              <a:t>Bild durch Klicken auf Symbol hinzufügen</a:t>
            </a:r>
            <a:endParaRPr lang="de-CH"/>
          </a:p>
        </p:txBody>
      </p:sp>
      <p:sp>
        <p:nvSpPr>
          <p:cNvPr id="19" name="Bildplatzhalter 10">
            <a:extLst>
              <a:ext uri="{FF2B5EF4-FFF2-40B4-BE49-F238E27FC236}">
                <a16:creationId xmlns:a16="http://schemas.microsoft.com/office/drawing/2014/main" id="{F7D33F10-5DC8-4FC0-91A6-3C8336B8E9D3}"/>
              </a:ext>
            </a:extLst>
          </p:cNvPr>
          <p:cNvSpPr>
            <a:spLocks noGrp="1"/>
          </p:cNvSpPr>
          <p:nvPr>
            <p:ph type="pic" sz="quarter" idx="18"/>
          </p:nvPr>
        </p:nvSpPr>
        <p:spPr>
          <a:xfrm>
            <a:off x="3342807" y="1438102"/>
            <a:ext cx="2624583" cy="2510443"/>
          </a:xfrm>
          <a:prstGeom prst="roundRect">
            <a:avLst>
              <a:gd name="adj" fmla="val 768"/>
            </a:avLst>
          </a:prstGeom>
          <a:noFill/>
        </p:spPr>
        <p:txBody>
          <a:bodyPr lIns="72000" tIns="684000" rIns="72000" bIns="72000" anchor="ctr"/>
          <a:lstStyle>
            <a:lvl1pPr marL="0" indent="0" algn="ctr">
              <a:buFontTx/>
              <a:buNone/>
              <a:defRPr sz="1398">
                <a:solidFill>
                  <a:schemeClr val="tx2"/>
                </a:solidFill>
              </a:defRPr>
            </a:lvl1pPr>
          </a:lstStyle>
          <a:p>
            <a:r>
              <a:rPr lang="de-DE"/>
              <a:t>Bild durch Klicken auf Symbol hinzufügen</a:t>
            </a:r>
            <a:endParaRPr lang="de-CH"/>
          </a:p>
        </p:txBody>
      </p:sp>
      <p:sp>
        <p:nvSpPr>
          <p:cNvPr id="20" name="Bildplatzhalter 10">
            <a:extLst>
              <a:ext uri="{FF2B5EF4-FFF2-40B4-BE49-F238E27FC236}">
                <a16:creationId xmlns:a16="http://schemas.microsoft.com/office/drawing/2014/main" id="{D4053D7F-50D0-44A2-8A3D-6682277C2B36}"/>
              </a:ext>
            </a:extLst>
          </p:cNvPr>
          <p:cNvSpPr>
            <a:spLocks noGrp="1"/>
          </p:cNvSpPr>
          <p:nvPr>
            <p:ph type="pic" sz="quarter" idx="19"/>
          </p:nvPr>
        </p:nvSpPr>
        <p:spPr>
          <a:xfrm>
            <a:off x="9117153" y="1437976"/>
            <a:ext cx="2624583" cy="2510443"/>
          </a:xfrm>
          <a:prstGeom prst="roundRect">
            <a:avLst>
              <a:gd name="adj" fmla="val 768"/>
            </a:avLst>
          </a:prstGeom>
          <a:noFill/>
        </p:spPr>
        <p:txBody>
          <a:bodyPr lIns="72000" tIns="684000" rIns="72000" bIns="72000" anchor="ctr"/>
          <a:lstStyle>
            <a:lvl1pPr marL="0" indent="0" algn="ctr">
              <a:buFontTx/>
              <a:buNone/>
              <a:defRPr sz="1398">
                <a:solidFill>
                  <a:schemeClr val="tx2"/>
                </a:solidFill>
              </a:defRPr>
            </a:lvl1pPr>
          </a:lstStyle>
          <a:p>
            <a:r>
              <a:rPr lang="de-DE"/>
              <a:t>Bild durch Klicken auf Symbol hinzufügen</a:t>
            </a:r>
            <a:endParaRPr lang="de-CH"/>
          </a:p>
        </p:txBody>
      </p:sp>
      <p:sp>
        <p:nvSpPr>
          <p:cNvPr id="21" name="Textplatzhalter 2">
            <a:extLst>
              <a:ext uri="{FF2B5EF4-FFF2-40B4-BE49-F238E27FC236}">
                <a16:creationId xmlns:a16="http://schemas.microsoft.com/office/drawing/2014/main" id="{A4E87FF6-93B0-4457-9EA7-254201BB91A8}"/>
              </a:ext>
            </a:extLst>
          </p:cNvPr>
          <p:cNvSpPr>
            <a:spLocks noGrp="1"/>
          </p:cNvSpPr>
          <p:nvPr>
            <p:ph type="body" idx="20"/>
          </p:nvPr>
        </p:nvSpPr>
        <p:spPr>
          <a:xfrm>
            <a:off x="3336815" y="4350326"/>
            <a:ext cx="2624584" cy="1562793"/>
          </a:xfrm>
          <a:prstGeom prst="rect">
            <a:avLst/>
          </a:prstGeom>
        </p:spPr>
        <p:txBody>
          <a:bodyPr lIns="0" rIns="0" anchor="t" anchorCtr="0"/>
          <a:lstStyle>
            <a:lvl1pPr marL="0" indent="0">
              <a:buNone/>
              <a:defRPr sz="2197" b="0" i="0">
                <a:solidFill>
                  <a:schemeClr val="tx2"/>
                </a:solidFill>
                <a:latin typeface="Lucida Sans"/>
                <a:cs typeface="Lucida Sans"/>
              </a:defRPr>
            </a:lvl1pPr>
            <a:lvl2pPr marL="456606" indent="0">
              <a:buNone/>
              <a:defRPr sz="1997" b="1"/>
            </a:lvl2pPr>
            <a:lvl3pPr marL="913211" indent="0">
              <a:buNone/>
              <a:defRPr sz="1798" b="1"/>
            </a:lvl3pPr>
            <a:lvl4pPr marL="1369817" indent="0">
              <a:buNone/>
              <a:defRPr sz="1598" b="1"/>
            </a:lvl4pPr>
            <a:lvl5pPr marL="1826423" indent="0">
              <a:buNone/>
              <a:defRPr sz="1598" b="1"/>
            </a:lvl5pPr>
            <a:lvl6pPr marL="2283028" indent="0">
              <a:buNone/>
              <a:defRPr sz="1598" b="1"/>
            </a:lvl6pPr>
            <a:lvl7pPr marL="2739634" indent="0">
              <a:buNone/>
              <a:defRPr sz="1598" b="1"/>
            </a:lvl7pPr>
            <a:lvl8pPr marL="3196239" indent="0">
              <a:buNone/>
              <a:defRPr sz="1598" b="1"/>
            </a:lvl8pPr>
            <a:lvl9pPr marL="3652845" indent="0">
              <a:buNone/>
              <a:defRPr sz="1598" b="1"/>
            </a:lvl9pPr>
          </a:lstStyle>
          <a:p>
            <a:pPr lvl="0"/>
            <a:r>
              <a:rPr lang="de-DE"/>
              <a:t>Mastertextformat bearbeiten</a:t>
            </a:r>
          </a:p>
        </p:txBody>
      </p:sp>
      <p:sp>
        <p:nvSpPr>
          <p:cNvPr id="22" name="Rechteck: abgerundete Ecken 21">
            <a:extLst>
              <a:ext uri="{FF2B5EF4-FFF2-40B4-BE49-F238E27FC236}">
                <a16:creationId xmlns:a16="http://schemas.microsoft.com/office/drawing/2014/main" id="{25B3A9CF-ED8F-40AD-9029-91C5177D64B2}"/>
              </a:ext>
            </a:extLst>
          </p:cNvPr>
          <p:cNvSpPr/>
          <p:nvPr userDrawn="1"/>
        </p:nvSpPr>
        <p:spPr>
          <a:xfrm>
            <a:off x="3336814" y="4106487"/>
            <a:ext cx="2624583" cy="1080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CH" sz="1798">
              <a:solidFill>
                <a:schemeClr val="tx2"/>
              </a:solidFill>
            </a:endParaRPr>
          </a:p>
        </p:txBody>
      </p:sp>
      <p:sp>
        <p:nvSpPr>
          <p:cNvPr id="23" name="Textplatzhalter 2">
            <a:extLst>
              <a:ext uri="{FF2B5EF4-FFF2-40B4-BE49-F238E27FC236}">
                <a16:creationId xmlns:a16="http://schemas.microsoft.com/office/drawing/2014/main" id="{FAED3DAD-2180-449E-9F43-9E0A173E19D2}"/>
              </a:ext>
            </a:extLst>
          </p:cNvPr>
          <p:cNvSpPr>
            <a:spLocks noGrp="1"/>
          </p:cNvSpPr>
          <p:nvPr>
            <p:ph type="body" idx="21"/>
          </p:nvPr>
        </p:nvSpPr>
        <p:spPr>
          <a:xfrm>
            <a:off x="9099178" y="4350200"/>
            <a:ext cx="2624583" cy="1562793"/>
          </a:xfrm>
          <a:prstGeom prst="rect">
            <a:avLst/>
          </a:prstGeom>
        </p:spPr>
        <p:txBody>
          <a:bodyPr lIns="0" rIns="0" anchor="t" anchorCtr="0"/>
          <a:lstStyle>
            <a:lvl1pPr marL="0" indent="0">
              <a:buNone/>
              <a:defRPr sz="2197" b="0" i="0">
                <a:solidFill>
                  <a:schemeClr val="tx2"/>
                </a:solidFill>
                <a:latin typeface="Lucida Sans"/>
                <a:cs typeface="Lucida Sans"/>
              </a:defRPr>
            </a:lvl1pPr>
            <a:lvl2pPr marL="456606" indent="0">
              <a:buNone/>
              <a:defRPr sz="1997" b="1"/>
            </a:lvl2pPr>
            <a:lvl3pPr marL="913211" indent="0">
              <a:buNone/>
              <a:defRPr sz="1798" b="1"/>
            </a:lvl3pPr>
            <a:lvl4pPr marL="1369817" indent="0">
              <a:buNone/>
              <a:defRPr sz="1598" b="1"/>
            </a:lvl4pPr>
            <a:lvl5pPr marL="1826423" indent="0">
              <a:buNone/>
              <a:defRPr sz="1598" b="1"/>
            </a:lvl5pPr>
            <a:lvl6pPr marL="2283028" indent="0">
              <a:buNone/>
              <a:defRPr sz="1598" b="1"/>
            </a:lvl6pPr>
            <a:lvl7pPr marL="2739634" indent="0">
              <a:buNone/>
              <a:defRPr sz="1598" b="1"/>
            </a:lvl7pPr>
            <a:lvl8pPr marL="3196239" indent="0">
              <a:buNone/>
              <a:defRPr sz="1598" b="1"/>
            </a:lvl8pPr>
            <a:lvl9pPr marL="3652845" indent="0">
              <a:buNone/>
              <a:defRPr sz="1598" b="1"/>
            </a:lvl9pPr>
          </a:lstStyle>
          <a:p>
            <a:pPr lvl="0"/>
            <a:r>
              <a:rPr lang="de-DE"/>
              <a:t>Mastertextformat bearbeiten</a:t>
            </a:r>
          </a:p>
        </p:txBody>
      </p:sp>
      <p:sp>
        <p:nvSpPr>
          <p:cNvPr id="24" name="Rechteck: abgerundete Ecken 23">
            <a:extLst>
              <a:ext uri="{FF2B5EF4-FFF2-40B4-BE49-F238E27FC236}">
                <a16:creationId xmlns:a16="http://schemas.microsoft.com/office/drawing/2014/main" id="{96254F82-3306-42A7-9C4D-5A0C7458C1B0}"/>
              </a:ext>
            </a:extLst>
          </p:cNvPr>
          <p:cNvSpPr/>
          <p:nvPr userDrawn="1"/>
        </p:nvSpPr>
        <p:spPr>
          <a:xfrm>
            <a:off x="9099178" y="4106361"/>
            <a:ext cx="2624583" cy="1080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CH" sz="1798">
              <a:solidFill>
                <a:schemeClr val="tx2"/>
              </a:solidFill>
            </a:endParaRPr>
          </a:p>
        </p:txBody>
      </p:sp>
      <p:sp>
        <p:nvSpPr>
          <p:cNvPr id="2" name="Titel 1">
            <a:extLst>
              <a:ext uri="{FF2B5EF4-FFF2-40B4-BE49-F238E27FC236}">
                <a16:creationId xmlns:a16="http://schemas.microsoft.com/office/drawing/2014/main" id="{550EF4DF-390E-4299-9BA3-7589C2731E2D}"/>
              </a:ext>
            </a:extLst>
          </p:cNvPr>
          <p:cNvSpPr>
            <a:spLocks noGrp="1"/>
          </p:cNvSpPr>
          <p:nvPr>
            <p:ph type="title"/>
          </p:nvPr>
        </p:nvSpPr>
        <p:spPr/>
        <p:txBody>
          <a:bodyPr/>
          <a:lstStyle/>
          <a:p>
            <a:r>
              <a:rPr lang="de-DE"/>
              <a:t>Mastertitelformat bearbeiten</a:t>
            </a:r>
            <a:endParaRPr lang="de-CH"/>
          </a:p>
        </p:txBody>
      </p:sp>
    </p:spTree>
    <p:extLst>
      <p:ext uri="{BB962C8B-B14F-4D97-AF65-F5344CB8AC3E}">
        <p14:creationId xmlns:p14="http://schemas.microsoft.com/office/powerpoint/2010/main" val="32047486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enutzerdefiniertes Layout">
    <p:spTree>
      <p:nvGrpSpPr>
        <p:cNvPr id="1" name=""/>
        <p:cNvGrpSpPr/>
        <p:nvPr/>
      </p:nvGrpSpPr>
      <p:grpSpPr>
        <a:xfrm>
          <a:off x="0" y="0"/>
          <a:ext cx="0" cy="0"/>
          <a:chOff x="0" y="0"/>
          <a:chExt cx="0" cy="0"/>
        </a:xfrm>
      </p:grpSpPr>
      <p:sp>
        <p:nvSpPr>
          <p:cNvPr id="2" name="Foliennummernplatzhalter 2"/>
          <p:cNvSpPr>
            <a:spLocks noGrp="1"/>
          </p:cNvSpPr>
          <p:nvPr>
            <p:ph type="sldNum" sz="quarter" idx="10"/>
          </p:nvPr>
        </p:nvSpPr>
        <p:spPr/>
        <p:txBody>
          <a:bodyPr/>
          <a:lstStyle>
            <a:lvl1pPr>
              <a:defRPr/>
            </a:lvl1pPr>
          </a:lstStyle>
          <a:p>
            <a:pPr>
              <a:defRPr/>
            </a:pPr>
            <a:fld id="{D4B6C2D7-0704-41B7-ABFF-C47E040EDF71}" type="slidenum">
              <a:rPr lang="de-CH"/>
              <a:pPr>
                <a:defRPr/>
              </a:pPr>
              <a:t>‹#›</a:t>
            </a:fld>
            <a:endParaRPr lang="de-CH"/>
          </a:p>
        </p:txBody>
      </p:sp>
    </p:spTree>
    <p:extLst>
      <p:ext uri="{BB962C8B-B14F-4D97-AF65-F5344CB8AC3E}">
        <p14:creationId xmlns:p14="http://schemas.microsoft.com/office/powerpoint/2010/main" val="376143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68C704-0507-580F-0494-FDC96E2872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A6EAED1-4926-F52B-BBD8-EAE6DB9562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9CEFF6-EE99-7082-592A-5ED69BC959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D43659-4F78-4C76-8443-E226E0BBDEF0}" type="datetimeFigureOut">
              <a:rPr lang="en-US" smtClean="0"/>
              <a:t>12/13/23</a:t>
            </a:fld>
            <a:endParaRPr lang="en-US"/>
          </a:p>
        </p:txBody>
      </p:sp>
      <p:sp>
        <p:nvSpPr>
          <p:cNvPr id="5" name="Footer Placeholder 4">
            <a:extLst>
              <a:ext uri="{FF2B5EF4-FFF2-40B4-BE49-F238E27FC236}">
                <a16:creationId xmlns:a16="http://schemas.microsoft.com/office/drawing/2014/main" id="{1C246AA9-324F-EE7E-508D-D806E46794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8FE8951-FE27-7E31-40F2-907454557D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780BCF-0571-4F5F-8402-398A90D1B9A5}" type="slidenum">
              <a:rPr lang="en-US" smtClean="0"/>
              <a:t>‹#›</a:t>
            </a:fld>
            <a:endParaRPr lang="en-US"/>
          </a:p>
        </p:txBody>
      </p:sp>
    </p:spTree>
    <p:extLst>
      <p:ext uri="{BB962C8B-B14F-4D97-AF65-F5344CB8AC3E}">
        <p14:creationId xmlns:p14="http://schemas.microsoft.com/office/powerpoint/2010/main" val="13167435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Textfeld 15"/>
          <p:cNvSpPr txBox="1">
            <a:spLocks noChangeArrowheads="1"/>
          </p:cNvSpPr>
          <p:nvPr/>
        </p:nvSpPr>
        <p:spPr bwMode="auto">
          <a:xfrm>
            <a:off x="456605" y="6300789"/>
            <a:ext cx="8918076"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defTabSz="647700" eaLnBrk="0" hangingPunct="0">
              <a:defRPr sz="2400">
                <a:solidFill>
                  <a:schemeClr val="tx1"/>
                </a:solidFill>
                <a:latin typeface="Calibri" pitchFamily="34" charset="0"/>
                <a:ea typeface="MS PGothic" pitchFamily="34" charset="-128"/>
              </a:defRPr>
            </a:lvl1pPr>
            <a:lvl2pPr marL="742950" indent="-285750" defTabSz="647700" eaLnBrk="0" hangingPunct="0">
              <a:defRPr sz="2400">
                <a:solidFill>
                  <a:schemeClr val="tx1"/>
                </a:solidFill>
                <a:latin typeface="Calibri" pitchFamily="34" charset="0"/>
                <a:ea typeface="MS PGothic" pitchFamily="34" charset="-128"/>
              </a:defRPr>
            </a:lvl2pPr>
            <a:lvl3pPr marL="1143000" indent="-228600" defTabSz="647700" eaLnBrk="0" hangingPunct="0">
              <a:defRPr sz="2400">
                <a:solidFill>
                  <a:schemeClr val="tx1"/>
                </a:solidFill>
                <a:latin typeface="Calibri" pitchFamily="34" charset="0"/>
                <a:ea typeface="MS PGothic" pitchFamily="34" charset="-128"/>
              </a:defRPr>
            </a:lvl3pPr>
            <a:lvl4pPr marL="1600200" indent="-228600" defTabSz="647700" eaLnBrk="0" hangingPunct="0">
              <a:defRPr sz="2400">
                <a:solidFill>
                  <a:schemeClr val="tx1"/>
                </a:solidFill>
                <a:latin typeface="Calibri" pitchFamily="34" charset="0"/>
                <a:ea typeface="MS PGothic" pitchFamily="34" charset="-128"/>
              </a:defRPr>
            </a:lvl4pPr>
            <a:lvl5pPr marL="2057400" indent="-228600" defTabSz="647700" eaLnBrk="0" hangingPunct="0">
              <a:defRPr sz="2400">
                <a:solidFill>
                  <a:schemeClr val="tx1"/>
                </a:solidFill>
                <a:latin typeface="Calibri" pitchFamily="34" charset="0"/>
                <a:ea typeface="MS PGothic" pitchFamily="34" charset="-128"/>
              </a:defRPr>
            </a:lvl5pPr>
            <a:lvl6pPr marL="2514600" indent="-228600" defTabSz="6477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defTabSz="6477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defTabSz="6477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defTabSz="6477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r>
              <a:rPr lang="de-DE" sz="1398">
                <a:solidFill>
                  <a:schemeClr val="tx2"/>
                </a:solidFill>
                <a:latin typeface="Lucida Sans" pitchFamily="34" charset="0"/>
              </a:rPr>
              <a:t>Berner Fachhochschule | Haute </a:t>
            </a:r>
            <a:r>
              <a:rPr lang="de-DE" sz="1398" err="1">
                <a:solidFill>
                  <a:schemeClr val="tx2"/>
                </a:solidFill>
                <a:latin typeface="Lucida Sans" pitchFamily="34" charset="0"/>
              </a:rPr>
              <a:t>école</a:t>
            </a:r>
            <a:r>
              <a:rPr lang="de-DE" sz="1398">
                <a:solidFill>
                  <a:schemeClr val="tx2"/>
                </a:solidFill>
                <a:latin typeface="Lucida Sans" pitchFamily="34" charset="0"/>
              </a:rPr>
              <a:t> </a:t>
            </a:r>
            <a:r>
              <a:rPr lang="de-DE" sz="1398" err="1">
                <a:solidFill>
                  <a:schemeClr val="tx2"/>
                </a:solidFill>
                <a:latin typeface="Lucida Sans" pitchFamily="34" charset="0"/>
              </a:rPr>
              <a:t>spécialisée</a:t>
            </a:r>
            <a:r>
              <a:rPr lang="de-DE" sz="1398">
                <a:solidFill>
                  <a:schemeClr val="tx2"/>
                </a:solidFill>
                <a:latin typeface="Lucida Sans" pitchFamily="34" charset="0"/>
              </a:rPr>
              <a:t> </a:t>
            </a:r>
            <a:r>
              <a:rPr lang="de-DE" sz="1398" err="1">
                <a:solidFill>
                  <a:schemeClr val="tx2"/>
                </a:solidFill>
                <a:latin typeface="Lucida Sans" pitchFamily="34" charset="0"/>
              </a:rPr>
              <a:t>bernoise</a:t>
            </a:r>
            <a:r>
              <a:rPr lang="de-DE" sz="1398">
                <a:solidFill>
                  <a:schemeClr val="tx2"/>
                </a:solidFill>
                <a:latin typeface="Lucida Sans" pitchFamily="34" charset="0"/>
              </a:rPr>
              <a:t> | Bern University </a:t>
            </a:r>
            <a:r>
              <a:rPr lang="de-DE" sz="1398" err="1">
                <a:solidFill>
                  <a:schemeClr val="tx2"/>
                </a:solidFill>
                <a:latin typeface="Lucida Sans" pitchFamily="34" charset="0"/>
              </a:rPr>
              <a:t>of</a:t>
            </a:r>
            <a:r>
              <a:rPr lang="de-DE" sz="1398">
                <a:solidFill>
                  <a:schemeClr val="tx2"/>
                </a:solidFill>
                <a:latin typeface="Lucida Sans" pitchFamily="34" charset="0"/>
              </a:rPr>
              <a:t> Applied </a:t>
            </a:r>
            <a:r>
              <a:rPr lang="de-DE" sz="1398" err="1">
                <a:solidFill>
                  <a:schemeClr val="tx2"/>
                </a:solidFill>
                <a:latin typeface="Lucida Sans" pitchFamily="34" charset="0"/>
              </a:rPr>
              <a:t>Sciences</a:t>
            </a:r>
            <a:endParaRPr lang="de-DE" sz="1398">
              <a:solidFill>
                <a:schemeClr val="tx2"/>
              </a:solidFill>
              <a:latin typeface="Lucida Sans" pitchFamily="34" charset="0"/>
            </a:endParaRPr>
          </a:p>
        </p:txBody>
      </p:sp>
      <p:sp>
        <p:nvSpPr>
          <p:cNvPr id="3" name="Foliennummernplatzhalter 2"/>
          <p:cNvSpPr>
            <a:spLocks noGrp="1"/>
          </p:cNvSpPr>
          <p:nvPr>
            <p:ph type="sldNum" sz="quarter" idx="4"/>
          </p:nvPr>
        </p:nvSpPr>
        <p:spPr>
          <a:xfrm>
            <a:off x="8737336" y="6300789"/>
            <a:ext cx="2998058" cy="307975"/>
          </a:xfrm>
          <a:prstGeom prst="rect">
            <a:avLst/>
          </a:prstGeom>
        </p:spPr>
        <p:txBody>
          <a:bodyPr vert="horz" lIns="0" tIns="0" rIns="0" bIns="0" rtlCol="0" anchor="ctr" anchorCtr="0"/>
          <a:lstStyle>
            <a:lvl1pPr algn="r">
              <a:defRPr sz="1398" smtClean="0">
                <a:solidFill>
                  <a:schemeClr val="tx2"/>
                </a:solidFill>
                <a:latin typeface="Lucida Sans" pitchFamily="34" charset="0"/>
              </a:defRPr>
            </a:lvl1pPr>
          </a:lstStyle>
          <a:p>
            <a:pPr>
              <a:defRPr/>
            </a:pPr>
            <a:fld id="{B7BACB64-ACD3-4495-9A64-936FBCA468A7}" type="slidenum">
              <a:rPr lang="de-CH" smtClean="0"/>
              <a:pPr>
                <a:defRPr/>
              </a:pPr>
              <a:t>‹#›</a:t>
            </a:fld>
            <a:endParaRPr lang="de-CH"/>
          </a:p>
        </p:txBody>
      </p:sp>
      <p:sp>
        <p:nvSpPr>
          <p:cNvPr id="2" name="Titelplatzhalter 1">
            <a:extLst>
              <a:ext uri="{FF2B5EF4-FFF2-40B4-BE49-F238E27FC236}">
                <a16:creationId xmlns:a16="http://schemas.microsoft.com/office/drawing/2014/main" id="{DD9E8CA3-FB48-4D66-A23F-18A4D3D38663}"/>
              </a:ext>
            </a:extLst>
          </p:cNvPr>
          <p:cNvSpPr>
            <a:spLocks noGrp="1"/>
          </p:cNvSpPr>
          <p:nvPr>
            <p:ph type="title"/>
          </p:nvPr>
        </p:nvSpPr>
        <p:spPr>
          <a:xfrm>
            <a:off x="450264" y="390574"/>
            <a:ext cx="11291472" cy="514636"/>
          </a:xfrm>
          <a:prstGeom prst="rect">
            <a:avLst/>
          </a:prstGeom>
        </p:spPr>
        <p:txBody>
          <a:bodyPr vert="horz" lIns="0" tIns="0" rIns="0" bIns="0" rtlCol="0" anchor="t">
            <a:noAutofit/>
          </a:bodyPr>
          <a:lstStyle/>
          <a:p>
            <a:r>
              <a:rPr lang="de-DE"/>
              <a:t>Mastertitelformat bearbeiten</a:t>
            </a:r>
            <a:endParaRPr lang="de-CH"/>
          </a:p>
        </p:txBody>
      </p:sp>
      <p:sp>
        <p:nvSpPr>
          <p:cNvPr id="4" name="Textplatzhalter 3">
            <a:extLst>
              <a:ext uri="{FF2B5EF4-FFF2-40B4-BE49-F238E27FC236}">
                <a16:creationId xmlns:a16="http://schemas.microsoft.com/office/drawing/2014/main" id="{31C8B1AA-41BC-42FB-B837-09FDD1BA995F}"/>
              </a:ext>
            </a:extLst>
          </p:cNvPr>
          <p:cNvSpPr>
            <a:spLocks noGrp="1"/>
          </p:cNvSpPr>
          <p:nvPr>
            <p:ph type="body" idx="1"/>
          </p:nvPr>
        </p:nvSpPr>
        <p:spPr>
          <a:xfrm>
            <a:off x="450264" y="1376363"/>
            <a:ext cx="11291473" cy="4789487"/>
          </a:xfrm>
          <a:prstGeom prst="rect">
            <a:avLst/>
          </a:prstGeom>
        </p:spPr>
        <p:txBody>
          <a:bodyPr vert="horz" lIns="0" tIns="0" rIns="0" bIns="0" rtlCol="0">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Tree>
    <p:extLst>
      <p:ext uri="{BB962C8B-B14F-4D97-AF65-F5344CB8AC3E}">
        <p14:creationId xmlns:p14="http://schemas.microsoft.com/office/powerpoint/2010/main" val="24977443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hf sldNum="0" hdr="0" ftr="0" dt="0"/>
  <p:txStyles>
    <p:titleStyle>
      <a:lvl1pPr algn="l" defTabSz="456606" rtl="0" eaLnBrk="1" fontAlgn="base" hangingPunct="1">
        <a:spcBef>
          <a:spcPct val="0"/>
        </a:spcBef>
        <a:spcAft>
          <a:spcPct val="0"/>
        </a:spcAft>
        <a:defRPr sz="2996" kern="1200">
          <a:solidFill>
            <a:schemeClr val="tx2"/>
          </a:solidFill>
          <a:latin typeface="+mj-lt"/>
          <a:ea typeface="MS PGothic" pitchFamily="34" charset="-128"/>
          <a:cs typeface="ＭＳ Ｐゴシック" charset="0"/>
        </a:defRPr>
      </a:lvl1pPr>
      <a:lvl2pPr algn="ctr" defTabSz="456606" rtl="0" eaLnBrk="1" fontAlgn="base" hangingPunct="1">
        <a:spcBef>
          <a:spcPct val="0"/>
        </a:spcBef>
        <a:spcAft>
          <a:spcPct val="0"/>
        </a:spcAft>
        <a:defRPr sz="4394">
          <a:solidFill>
            <a:schemeClr val="tx1"/>
          </a:solidFill>
          <a:latin typeface="Calibri" charset="0"/>
          <a:ea typeface="MS PGothic" pitchFamily="34" charset="-128"/>
          <a:cs typeface="ＭＳ Ｐゴシック" charset="0"/>
        </a:defRPr>
      </a:lvl2pPr>
      <a:lvl3pPr algn="ctr" defTabSz="456606" rtl="0" eaLnBrk="1" fontAlgn="base" hangingPunct="1">
        <a:spcBef>
          <a:spcPct val="0"/>
        </a:spcBef>
        <a:spcAft>
          <a:spcPct val="0"/>
        </a:spcAft>
        <a:defRPr sz="4394">
          <a:solidFill>
            <a:schemeClr val="tx1"/>
          </a:solidFill>
          <a:latin typeface="Calibri" charset="0"/>
          <a:ea typeface="MS PGothic" pitchFamily="34" charset="-128"/>
          <a:cs typeface="ＭＳ Ｐゴシック" charset="0"/>
        </a:defRPr>
      </a:lvl3pPr>
      <a:lvl4pPr algn="ctr" defTabSz="456606" rtl="0" eaLnBrk="1" fontAlgn="base" hangingPunct="1">
        <a:spcBef>
          <a:spcPct val="0"/>
        </a:spcBef>
        <a:spcAft>
          <a:spcPct val="0"/>
        </a:spcAft>
        <a:defRPr sz="4394">
          <a:solidFill>
            <a:schemeClr val="tx1"/>
          </a:solidFill>
          <a:latin typeface="Calibri" charset="0"/>
          <a:ea typeface="MS PGothic" pitchFamily="34" charset="-128"/>
          <a:cs typeface="ＭＳ Ｐゴシック" charset="0"/>
        </a:defRPr>
      </a:lvl4pPr>
      <a:lvl5pPr algn="ctr" defTabSz="456606" rtl="0" eaLnBrk="1" fontAlgn="base" hangingPunct="1">
        <a:spcBef>
          <a:spcPct val="0"/>
        </a:spcBef>
        <a:spcAft>
          <a:spcPct val="0"/>
        </a:spcAft>
        <a:defRPr sz="4394">
          <a:solidFill>
            <a:schemeClr val="tx1"/>
          </a:solidFill>
          <a:latin typeface="Calibri" charset="0"/>
          <a:ea typeface="MS PGothic" pitchFamily="34" charset="-128"/>
          <a:cs typeface="ＭＳ Ｐゴシック" charset="0"/>
        </a:defRPr>
      </a:lvl5pPr>
      <a:lvl6pPr marL="456606" algn="ctr" defTabSz="456606" rtl="0" eaLnBrk="1" fontAlgn="base" hangingPunct="1">
        <a:spcBef>
          <a:spcPct val="0"/>
        </a:spcBef>
        <a:spcAft>
          <a:spcPct val="0"/>
        </a:spcAft>
        <a:defRPr sz="4394">
          <a:solidFill>
            <a:schemeClr val="tx1"/>
          </a:solidFill>
          <a:latin typeface="Calibri" charset="0"/>
          <a:ea typeface="ＭＳ Ｐゴシック" charset="0"/>
          <a:cs typeface="ＭＳ Ｐゴシック" charset="0"/>
        </a:defRPr>
      </a:lvl6pPr>
      <a:lvl7pPr marL="913211" algn="ctr" defTabSz="456606" rtl="0" eaLnBrk="1" fontAlgn="base" hangingPunct="1">
        <a:spcBef>
          <a:spcPct val="0"/>
        </a:spcBef>
        <a:spcAft>
          <a:spcPct val="0"/>
        </a:spcAft>
        <a:defRPr sz="4394">
          <a:solidFill>
            <a:schemeClr val="tx1"/>
          </a:solidFill>
          <a:latin typeface="Calibri" charset="0"/>
          <a:ea typeface="ＭＳ Ｐゴシック" charset="0"/>
          <a:cs typeface="ＭＳ Ｐゴシック" charset="0"/>
        </a:defRPr>
      </a:lvl7pPr>
      <a:lvl8pPr marL="1369817" algn="ctr" defTabSz="456606" rtl="0" eaLnBrk="1" fontAlgn="base" hangingPunct="1">
        <a:spcBef>
          <a:spcPct val="0"/>
        </a:spcBef>
        <a:spcAft>
          <a:spcPct val="0"/>
        </a:spcAft>
        <a:defRPr sz="4394">
          <a:solidFill>
            <a:schemeClr val="tx1"/>
          </a:solidFill>
          <a:latin typeface="Calibri" charset="0"/>
          <a:ea typeface="ＭＳ Ｐゴシック" charset="0"/>
          <a:cs typeface="ＭＳ Ｐゴシック" charset="0"/>
        </a:defRPr>
      </a:lvl8pPr>
      <a:lvl9pPr marL="1826423" algn="ctr" defTabSz="456606" rtl="0" eaLnBrk="1" fontAlgn="base" hangingPunct="1">
        <a:spcBef>
          <a:spcPct val="0"/>
        </a:spcBef>
        <a:spcAft>
          <a:spcPct val="0"/>
        </a:spcAft>
        <a:defRPr sz="4394">
          <a:solidFill>
            <a:schemeClr val="tx1"/>
          </a:solidFill>
          <a:latin typeface="Calibri" charset="0"/>
          <a:ea typeface="ＭＳ Ｐゴシック" charset="0"/>
          <a:cs typeface="ＭＳ Ｐゴシック" charset="0"/>
        </a:defRPr>
      </a:lvl9pPr>
    </p:titleStyle>
    <p:bodyStyle>
      <a:lvl1pPr marL="266353" marR="0" indent="-266353" algn="l" defTabSz="456606" rtl="0" eaLnBrk="1" fontAlgn="base" latinLnBrk="0" hangingPunct="1">
        <a:lnSpc>
          <a:spcPct val="100000"/>
        </a:lnSpc>
        <a:spcBef>
          <a:spcPct val="20000"/>
        </a:spcBef>
        <a:spcAft>
          <a:spcPct val="0"/>
        </a:spcAft>
        <a:buClr>
          <a:schemeClr val="accent6"/>
        </a:buClr>
        <a:buSzPct val="75000"/>
        <a:buFont typeface="Wingdings 3" panose="05040102010807070707" pitchFamily="18" charset="2"/>
        <a:buChar char=""/>
        <a:tabLst/>
        <a:defRPr sz="2197" kern="1200" baseline="0">
          <a:solidFill>
            <a:schemeClr val="tx1"/>
          </a:solidFill>
          <a:latin typeface="+mn-lt"/>
          <a:ea typeface="MS PGothic" pitchFamily="34" charset="-128"/>
          <a:cs typeface="ＭＳ Ｐゴシック" charset="0"/>
        </a:defRPr>
      </a:lvl1pPr>
      <a:lvl2pPr marL="537463" marR="0" indent="-271110" algn="l" defTabSz="456606" rtl="0" eaLnBrk="1" fontAlgn="base" latinLnBrk="0" hangingPunct="1">
        <a:lnSpc>
          <a:spcPct val="100000"/>
        </a:lnSpc>
        <a:spcBef>
          <a:spcPct val="20000"/>
        </a:spcBef>
        <a:spcAft>
          <a:spcPct val="0"/>
        </a:spcAft>
        <a:buClr>
          <a:schemeClr val="accent6"/>
        </a:buClr>
        <a:buSzPct val="75000"/>
        <a:buFont typeface="Wingdings 3" panose="05040102010807070707" pitchFamily="18" charset="2"/>
        <a:buChar char=""/>
        <a:tabLst/>
        <a:defRPr sz="2197" kern="1200" baseline="0">
          <a:solidFill>
            <a:schemeClr val="tx1"/>
          </a:solidFill>
          <a:latin typeface="+mn-lt"/>
          <a:ea typeface="MS PGothic" pitchFamily="34" charset="-128"/>
          <a:cs typeface="+mn-cs"/>
        </a:defRPr>
      </a:lvl2pPr>
      <a:lvl3pPr marL="806988" marR="0" indent="-269524" algn="l" defTabSz="456606" rtl="0" eaLnBrk="1" fontAlgn="base" latinLnBrk="0" hangingPunct="1">
        <a:lnSpc>
          <a:spcPct val="100000"/>
        </a:lnSpc>
        <a:spcBef>
          <a:spcPct val="20000"/>
        </a:spcBef>
        <a:spcAft>
          <a:spcPct val="0"/>
        </a:spcAft>
        <a:buClr>
          <a:schemeClr val="accent6"/>
        </a:buClr>
        <a:buSzPct val="75000"/>
        <a:buFont typeface="Wingdings 3" panose="05040102010807070707" pitchFamily="18" charset="2"/>
        <a:buChar char=""/>
        <a:tabLst/>
        <a:defRPr sz="2197" kern="1200" baseline="0">
          <a:solidFill>
            <a:schemeClr val="tx1"/>
          </a:solidFill>
          <a:latin typeface="+mn-lt"/>
          <a:ea typeface="MS PGothic" pitchFamily="34" charset="-128"/>
          <a:cs typeface="+mn-cs"/>
        </a:defRPr>
      </a:lvl3pPr>
      <a:lvl4pPr marL="1073341" marR="0" indent="-266353" algn="l" defTabSz="456606" rtl="0" eaLnBrk="1" fontAlgn="base" latinLnBrk="0" hangingPunct="1">
        <a:lnSpc>
          <a:spcPct val="100000"/>
        </a:lnSpc>
        <a:spcBef>
          <a:spcPct val="20000"/>
        </a:spcBef>
        <a:spcAft>
          <a:spcPct val="0"/>
        </a:spcAft>
        <a:buClr>
          <a:schemeClr val="accent6"/>
        </a:buClr>
        <a:buSzPct val="75000"/>
        <a:buFont typeface="Wingdings 3" panose="05040102010807070707" pitchFamily="18" charset="2"/>
        <a:buChar char=""/>
        <a:tabLst/>
        <a:defRPr sz="2197" kern="1200" baseline="0">
          <a:solidFill>
            <a:schemeClr val="tx1"/>
          </a:solidFill>
          <a:latin typeface="+mn-lt"/>
          <a:ea typeface="MS PGothic" pitchFamily="34" charset="-128"/>
          <a:cs typeface="+mn-cs"/>
        </a:defRPr>
      </a:lvl4pPr>
      <a:lvl5pPr marL="1344450" marR="0" indent="-271110" algn="l" defTabSz="456606" rtl="0" eaLnBrk="1" fontAlgn="base" latinLnBrk="0" hangingPunct="1">
        <a:lnSpc>
          <a:spcPct val="100000"/>
        </a:lnSpc>
        <a:spcBef>
          <a:spcPct val="20000"/>
        </a:spcBef>
        <a:spcAft>
          <a:spcPct val="0"/>
        </a:spcAft>
        <a:buClr>
          <a:schemeClr val="accent6"/>
        </a:buClr>
        <a:buSzPct val="75000"/>
        <a:buFont typeface="Wingdings 3" panose="05040102010807070707" pitchFamily="18" charset="2"/>
        <a:buChar char=""/>
        <a:tabLst/>
        <a:defRPr sz="2197" kern="1200" baseline="0">
          <a:solidFill>
            <a:schemeClr val="tx1"/>
          </a:solidFill>
          <a:latin typeface="+mn-lt"/>
          <a:ea typeface="MS PGothic" pitchFamily="34" charset="-128"/>
          <a:cs typeface="+mn-cs"/>
        </a:defRPr>
      </a:lvl5pPr>
      <a:lvl6pPr marL="2511331" indent="-228303" algn="l" defTabSz="456606" rtl="0" eaLnBrk="1" latinLnBrk="0" hangingPunct="1">
        <a:spcBef>
          <a:spcPct val="20000"/>
        </a:spcBef>
        <a:buFont typeface="Arial"/>
        <a:buChar char="•"/>
        <a:defRPr sz="1997" kern="1200">
          <a:solidFill>
            <a:schemeClr val="tx1"/>
          </a:solidFill>
          <a:latin typeface="+mn-lt"/>
          <a:ea typeface="+mn-ea"/>
          <a:cs typeface="+mn-cs"/>
        </a:defRPr>
      </a:lvl6pPr>
      <a:lvl7pPr marL="2967937" indent="-228303" algn="l" defTabSz="456606" rtl="0" eaLnBrk="1" latinLnBrk="0" hangingPunct="1">
        <a:spcBef>
          <a:spcPct val="20000"/>
        </a:spcBef>
        <a:buFont typeface="Arial"/>
        <a:buChar char="•"/>
        <a:defRPr sz="1997" kern="1200">
          <a:solidFill>
            <a:schemeClr val="tx1"/>
          </a:solidFill>
          <a:latin typeface="+mn-lt"/>
          <a:ea typeface="+mn-ea"/>
          <a:cs typeface="+mn-cs"/>
        </a:defRPr>
      </a:lvl7pPr>
      <a:lvl8pPr marL="3424542" indent="-228303" algn="l" defTabSz="456606" rtl="0" eaLnBrk="1" latinLnBrk="0" hangingPunct="1">
        <a:spcBef>
          <a:spcPct val="20000"/>
        </a:spcBef>
        <a:buFont typeface="Arial"/>
        <a:buChar char="•"/>
        <a:defRPr sz="1997" kern="1200">
          <a:solidFill>
            <a:schemeClr val="tx1"/>
          </a:solidFill>
          <a:latin typeface="+mn-lt"/>
          <a:ea typeface="+mn-ea"/>
          <a:cs typeface="+mn-cs"/>
        </a:defRPr>
      </a:lvl8pPr>
      <a:lvl9pPr marL="3881148" indent="-228303" algn="l" defTabSz="456606" rtl="0" eaLnBrk="1" latinLnBrk="0" hangingPunct="1">
        <a:spcBef>
          <a:spcPct val="20000"/>
        </a:spcBef>
        <a:buFont typeface="Arial"/>
        <a:buChar char="•"/>
        <a:defRPr sz="1997" kern="1200">
          <a:solidFill>
            <a:schemeClr val="tx1"/>
          </a:solidFill>
          <a:latin typeface="+mn-lt"/>
          <a:ea typeface="+mn-ea"/>
          <a:cs typeface="+mn-cs"/>
        </a:defRPr>
      </a:lvl9pPr>
    </p:bodyStyle>
    <p:otherStyle>
      <a:defPPr>
        <a:defRPr lang="de-DE"/>
      </a:defPPr>
      <a:lvl1pPr marL="0" algn="l" defTabSz="456606" rtl="0" eaLnBrk="1" latinLnBrk="0" hangingPunct="1">
        <a:defRPr sz="1798" kern="1200">
          <a:solidFill>
            <a:schemeClr val="tx1"/>
          </a:solidFill>
          <a:latin typeface="+mn-lt"/>
          <a:ea typeface="+mn-ea"/>
          <a:cs typeface="+mn-cs"/>
        </a:defRPr>
      </a:lvl1pPr>
      <a:lvl2pPr marL="456606" algn="l" defTabSz="456606" rtl="0" eaLnBrk="1" latinLnBrk="0" hangingPunct="1">
        <a:defRPr sz="1798" kern="1200">
          <a:solidFill>
            <a:schemeClr val="tx1"/>
          </a:solidFill>
          <a:latin typeface="+mn-lt"/>
          <a:ea typeface="+mn-ea"/>
          <a:cs typeface="+mn-cs"/>
        </a:defRPr>
      </a:lvl2pPr>
      <a:lvl3pPr marL="913211" algn="l" defTabSz="456606" rtl="0" eaLnBrk="1" latinLnBrk="0" hangingPunct="1">
        <a:defRPr sz="1798" kern="1200">
          <a:solidFill>
            <a:schemeClr val="tx1"/>
          </a:solidFill>
          <a:latin typeface="+mn-lt"/>
          <a:ea typeface="+mn-ea"/>
          <a:cs typeface="+mn-cs"/>
        </a:defRPr>
      </a:lvl3pPr>
      <a:lvl4pPr marL="1369817" algn="l" defTabSz="456606" rtl="0" eaLnBrk="1" latinLnBrk="0" hangingPunct="1">
        <a:defRPr sz="1798" kern="1200">
          <a:solidFill>
            <a:schemeClr val="tx1"/>
          </a:solidFill>
          <a:latin typeface="+mn-lt"/>
          <a:ea typeface="+mn-ea"/>
          <a:cs typeface="+mn-cs"/>
        </a:defRPr>
      </a:lvl4pPr>
      <a:lvl5pPr marL="1826423" algn="l" defTabSz="456606" rtl="0" eaLnBrk="1" latinLnBrk="0" hangingPunct="1">
        <a:defRPr sz="1798" kern="1200">
          <a:solidFill>
            <a:schemeClr val="tx1"/>
          </a:solidFill>
          <a:latin typeface="+mn-lt"/>
          <a:ea typeface="+mn-ea"/>
          <a:cs typeface="+mn-cs"/>
        </a:defRPr>
      </a:lvl5pPr>
      <a:lvl6pPr marL="2283028" algn="l" defTabSz="456606" rtl="0" eaLnBrk="1" latinLnBrk="0" hangingPunct="1">
        <a:defRPr sz="1798" kern="1200">
          <a:solidFill>
            <a:schemeClr val="tx1"/>
          </a:solidFill>
          <a:latin typeface="+mn-lt"/>
          <a:ea typeface="+mn-ea"/>
          <a:cs typeface="+mn-cs"/>
        </a:defRPr>
      </a:lvl6pPr>
      <a:lvl7pPr marL="2739634" algn="l" defTabSz="456606" rtl="0" eaLnBrk="1" latinLnBrk="0" hangingPunct="1">
        <a:defRPr sz="1798" kern="1200">
          <a:solidFill>
            <a:schemeClr val="tx1"/>
          </a:solidFill>
          <a:latin typeface="+mn-lt"/>
          <a:ea typeface="+mn-ea"/>
          <a:cs typeface="+mn-cs"/>
        </a:defRPr>
      </a:lvl7pPr>
      <a:lvl8pPr marL="3196239" algn="l" defTabSz="456606" rtl="0" eaLnBrk="1" latinLnBrk="0" hangingPunct="1">
        <a:defRPr sz="1798" kern="1200">
          <a:solidFill>
            <a:schemeClr val="tx1"/>
          </a:solidFill>
          <a:latin typeface="+mn-lt"/>
          <a:ea typeface="+mn-ea"/>
          <a:cs typeface="+mn-cs"/>
        </a:defRPr>
      </a:lvl8pPr>
      <a:lvl9pPr marL="3652845" algn="l" defTabSz="456606"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84">
          <p15:clr>
            <a:srgbClr val="F26B43"/>
          </p15:clr>
        </p15:guide>
        <p15:guide id="2" pos="284">
          <p15:clr>
            <a:srgbClr val="F26B43"/>
          </p15:clr>
        </p15:guide>
        <p15:guide id="3" orient="horz" pos="867">
          <p15:clr>
            <a:srgbClr val="F26B43"/>
          </p15:clr>
        </p15:guide>
        <p15:guide id="4" pos="7406">
          <p15:clr>
            <a:srgbClr val="F26B43"/>
          </p15:clr>
        </p15:guide>
        <p15:guide id="5" orient="horz" pos="1366">
          <p15:clr>
            <a:srgbClr val="F26B43"/>
          </p15:clr>
        </p15:guide>
        <p15:guide id="6" pos="3845">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CIG@cost.eu?subject=COST%20Innovators%20Grant%20Application%20for%20Action%20CA19130"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www.cost.eu/funding/documents-guidelines/" TargetMode="External"/><Relationship Id="rId5" Type="http://schemas.openxmlformats.org/officeDocument/2006/relationships/hyperlink" Target="https://www.cost.eu/uploads/2021/10/Annex-II-level-A-Glossary-REVISION.pdf" TargetMode="External"/><Relationship Id="rId4" Type="http://schemas.openxmlformats.org/officeDocument/2006/relationships/hyperlink" Target="https://docs.google.com/spreadsheets/d/1SiArmTypGwmyUNSih7gQuWCegJ6pUZZfZfznp1ze68w/edit#gid=0"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www.cost.eu/uploads/2022/12/COST-CIG-Guidelines-105-21-2023-2024.pdf"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cost.eu/uploads/2022/12/COST-CIG-Guidelines-105-21-2023-2024.pdf"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www.cost.eu/innovators_grant_application" TargetMode="External"/><Relationship Id="rId4" Type="http://schemas.openxmlformats.org/officeDocument/2006/relationships/hyperlink" Target="https://docs.google.com/document/d/1P2kLXN00AUoJwdFOUjmh3Oqgkwg9vxmR/edit?rtpof=true"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cost.eu/uploads/2022/12/COST-CIG-Guidelines-105-21-2023-2024.pdf"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hyperlink" Target="http://www.cost.eu/innovators_grant_application" TargetMode="External"/><Relationship Id="rId4" Type="http://schemas.openxmlformats.org/officeDocument/2006/relationships/hyperlink" Target="https://docs.google.com/document/d/1P2kLXN00AUoJwdFOUjmh3Oqgkwg9vxmR/edit?rtpof=true"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docs.google.com/spreadsheets/d/1SiArmTypGwmyUNSih7gQuWCegJ6pUZZfZfznp1ze68w/edit#gid=0"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hyperlink" Target="mailto:CIG@cost.eu?subject=COST%20Innovators%20Grant%20Application%20for%20Action%20CA19130" TargetMode="External"/><Relationship Id="rId4" Type="http://schemas.openxmlformats.org/officeDocument/2006/relationships/hyperlink" Target="https://docs.google.com/document/d/1P2kLXN00AUoJwdFOUjmh3Oqgkwg9vxmR/edit?rtpof=true" TargetMode="External"/></Relationships>
</file>

<file path=ppt/slides/_rels/slide7.xml.rels><?xml version="1.0" encoding="UTF-8" standalone="yes"?>
<Relationships xmlns="http://schemas.openxmlformats.org/package/2006/relationships"><Relationship Id="rId2" Type="http://schemas.openxmlformats.org/officeDocument/2006/relationships/hyperlink" Target="mailto:CIG@cost.eu?subject=CIG%20inquiry,%20FinAI%20CA19130:"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mailto:CIG@cost.eu?subject=CIG%20inquiry,%20FinAI%20CA19130:"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cost.eu/uploads/2022/12/COST-CIG-Guidelines-105-21-2023-2024.pdf"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cost.eu/uploads/2022/12/COST-CIG-Guidelines-105-21-2023-2024.pdf"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3C39F-FCB6-8395-97D6-430C06CCABBE}"/>
              </a:ext>
            </a:extLst>
          </p:cNvPr>
          <p:cNvSpPr>
            <a:spLocks noGrp="1"/>
          </p:cNvSpPr>
          <p:nvPr>
            <p:ph type="ctrTitle"/>
          </p:nvPr>
        </p:nvSpPr>
        <p:spPr/>
        <p:txBody>
          <a:bodyPr/>
          <a:lstStyle/>
          <a:p>
            <a:r>
              <a:rPr lang="de-DE"/>
              <a:t>COST CA19130 Fintech and AI in Finance</a:t>
            </a:r>
            <a:endParaRPr lang="en-US"/>
          </a:p>
        </p:txBody>
      </p:sp>
      <p:sp>
        <p:nvSpPr>
          <p:cNvPr id="3" name="Subtitle 2">
            <a:extLst>
              <a:ext uri="{FF2B5EF4-FFF2-40B4-BE49-F238E27FC236}">
                <a16:creationId xmlns:a16="http://schemas.microsoft.com/office/drawing/2014/main" id="{8299942B-6590-A79B-A67E-4F3487C87345}"/>
              </a:ext>
            </a:extLst>
          </p:cNvPr>
          <p:cNvSpPr>
            <a:spLocks noGrp="1"/>
          </p:cNvSpPr>
          <p:nvPr>
            <p:ph type="subTitle" idx="1"/>
          </p:nvPr>
        </p:nvSpPr>
        <p:spPr>
          <a:xfrm>
            <a:off x="1524000" y="3602038"/>
            <a:ext cx="9144000" cy="2646362"/>
          </a:xfrm>
        </p:spPr>
        <p:txBody>
          <a:bodyPr>
            <a:normAutofit/>
          </a:bodyPr>
          <a:lstStyle/>
          <a:p>
            <a:r>
              <a:rPr lang="de-DE" sz="2000"/>
              <a:t>COST Innovators Grant</a:t>
            </a:r>
          </a:p>
        </p:txBody>
      </p:sp>
    </p:spTree>
    <p:extLst>
      <p:ext uri="{BB962C8B-B14F-4D97-AF65-F5344CB8AC3E}">
        <p14:creationId xmlns:p14="http://schemas.microsoft.com/office/powerpoint/2010/main" val="3409054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559F6-587C-F2F3-B452-57C39A8C94B7}"/>
              </a:ext>
            </a:extLst>
          </p:cNvPr>
          <p:cNvSpPr>
            <a:spLocks noGrp="1"/>
          </p:cNvSpPr>
          <p:nvPr>
            <p:ph type="title"/>
          </p:nvPr>
        </p:nvSpPr>
        <p:spPr/>
        <p:txBody>
          <a:bodyPr/>
          <a:lstStyle/>
          <a:p>
            <a:r>
              <a:rPr lang="en-US" sz="4400"/>
              <a:t>Application Phase</a:t>
            </a:r>
            <a:endParaRPr lang="en-US"/>
          </a:p>
        </p:txBody>
      </p:sp>
      <p:sp>
        <p:nvSpPr>
          <p:cNvPr id="3" name="Content Placeholder 2">
            <a:extLst>
              <a:ext uri="{FF2B5EF4-FFF2-40B4-BE49-F238E27FC236}">
                <a16:creationId xmlns:a16="http://schemas.microsoft.com/office/drawing/2014/main" id="{67F86130-06B9-2058-7427-9B4F7F404872}"/>
              </a:ext>
            </a:extLst>
          </p:cNvPr>
          <p:cNvSpPr>
            <a:spLocks noGrp="1"/>
          </p:cNvSpPr>
          <p:nvPr>
            <p:ph idx="1"/>
          </p:nvPr>
        </p:nvSpPr>
        <p:spPr>
          <a:xfrm>
            <a:off x="838200" y="1825625"/>
            <a:ext cx="10515600" cy="4667250"/>
          </a:xfrm>
        </p:spPr>
        <p:txBody>
          <a:bodyPr vert="horz" lIns="91440" tIns="45720" rIns="91440" bIns="45720" rtlCol="0" anchor="t">
            <a:noAutofit/>
          </a:bodyPr>
          <a:lstStyle/>
          <a:p>
            <a:pPr marL="0" indent="0">
              <a:buNone/>
            </a:pPr>
            <a:r>
              <a:rPr lang="en-US" sz="1400" b="1" dirty="0">
                <a:latin typeface="Century Gothic"/>
              </a:rPr>
              <a:t>Admin details</a:t>
            </a:r>
          </a:p>
          <a:p>
            <a:r>
              <a:rPr lang="en-US" sz="1400" dirty="0">
                <a:latin typeface="Century Gothic"/>
              </a:rPr>
              <a:t>The deadline for the application is 24th January 2024, at 11:00 (CET).</a:t>
            </a:r>
          </a:p>
          <a:p>
            <a:r>
              <a:rPr lang="en-US" sz="1400" dirty="0">
                <a:latin typeface="Century Gothic"/>
              </a:rPr>
              <a:t>Hearings: 23th and 24th May 2024 in Brussels.</a:t>
            </a:r>
            <a:endParaRPr lang="en-US" dirty="0">
              <a:latin typeface="Century Gothic"/>
            </a:endParaRPr>
          </a:p>
          <a:p>
            <a:r>
              <a:rPr lang="en-US" sz="1400" dirty="0">
                <a:latin typeface="Century Gothic"/>
              </a:rPr>
              <a:t>Decision: End of April 2024.</a:t>
            </a:r>
          </a:p>
          <a:p>
            <a:r>
              <a:rPr lang="en-US" sz="1400" dirty="0">
                <a:latin typeface="Century Gothic"/>
              </a:rPr>
              <a:t>Applications submitted by email to </a:t>
            </a:r>
            <a:r>
              <a:rPr lang="en-US" sz="1400" dirty="0">
                <a:latin typeface="Century Gothic"/>
                <a:hlinkClick r:id="rId3"/>
              </a:rPr>
              <a:t>CIG@cost.eu</a:t>
            </a:r>
            <a:r>
              <a:rPr lang="en-US" sz="1400" dirty="0">
                <a:latin typeface="Century Gothic"/>
              </a:rPr>
              <a:t> by Action Chair or Vice-Chair on behalf of the Management Committee.</a:t>
            </a:r>
          </a:p>
          <a:p>
            <a:r>
              <a:rPr lang="en-US" sz="1400" dirty="0">
                <a:latin typeface="Century Gothic"/>
              </a:rPr>
              <a:t>One submission allowed per COST Action, submission by the Chair takes precedence.</a:t>
            </a:r>
          </a:p>
          <a:p>
            <a:r>
              <a:rPr lang="en-US" sz="1400" dirty="0">
                <a:latin typeface="Century Gothic"/>
              </a:rPr>
              <a:t>CIG team needs to be specified beforehand and cannot be changed afterwards, relevant expertise and expected contribution need to be given per team member: </a:t>
            </a:r>
            <a:r>
              <a:rPr lang="en-US" sz="1400" dirty="0">
                <a:latin typeface="Century Gothic"/>
                <a:hlinkClick r:id="rId4"/>
              </a:rPr>
              <a:t>link to the excel team members</a:t>
            </a:r>
            <a:endParaRPr lang="en-US" sz="1400" dirty="0">
              <a:latin typeface="Century Gothic"/>
            </a:endParaRPr>
          </a:p>
          <a:p>
            <a:r>
              <a:rPr lang="en-US" sz="1400" dirty="0">
                <a:latin typeface="Century Gothic"/>
              </a:rPr>
              <a:t>Glossary: </a:t>
            </a:r>
            <a:r>
              <a:rPr lang="en-US" sz="1400" dirty="0">
                <a:latin typeface="Century Gothic"/>
                <a:hlinkClick r:id="rId5"/>
              </a:rPr>
              <a:t>https://www.cost.eu/uploads/2021/10/Annex-II-level-A-Glossary-REVISION.pdf</a:t>
            </a:r>
            <a:r>
              <a:rPr lang="en-US" sz="1400" dirty="0">
                <a:latin typeface="Century Gothic"/>
              </a:rPr>
              <a:t> </a:t>
            </a:r>
          </a:p>
          <a:p>
            <a:r>
              <a:rPr lang="en-US" sz="1400" dirty="0">
                <a:latin typeface="Century Gothic"/>
              </a:rPr>
              <a:t>Useful COST documents: </a:t>
            </a:r>
            <a:r>
              <a:rPr lang="en-US" sz="1400" dirty="0">
                <a:latin typeface="Century Gothic"/>
                <a:hlinkClick r:id="rId6"/>
              </a:rPr>
              <a:t>https://www.cost.eu</a:t>
            </a:r>
            <a:r>
              <a:rPr lang="en-US" sz="1400">
                <a:latin typeface="Century Gothic"/>
                <a:hlinkClick r:id="rId6"/>
              </a:rPr>
              <a:t>/funding/documents-guidelines/</a:t>
            </a:r>
            <a:r>
              <a:rPr lang="en-US" sz="1400">
                <a:latin typeface="Century Gothic"/>
              </a:rPr>
              <a:t> </a:t>
            </a:r>
            <a:endParaRPr lang="en-US" sz="1400"/>
          </a:p>
          <a:p>
            <a:pPr marL="0" indent="0">
              <a:buNone/>
            </a:pPr>
            <a:r>
              <a:rPr lang="en-US" sz="1400" b="1" dirty="0">
                <a:latin typeface="Century Gothic"/>
              </a:rPr>
              <a:t>Content</a:t>
            </a:r>
          </a:p>
          <a:p>
            <a:r>
              <a:rPr lang="en-US" sz="1400" dirty="0">
                <a:latin typeface="Century Gothic"/>
              </a:rPr>
              <a:t>Action overview (code, name, origin, team members, roles, etc.)</a:t>
            </a:r>
          </a:p>
          <a:p>
            <a:r>
              <a:rPr lang="en-US" sz="1400" dirty="0">
                <a:latin typeface="Century Gothic"/>
              </a:rPr>
              <a:t>Summary (for publication if the application is approved, between 100 and 500 words)</a:t>
            </a:r>
          </a:p>
          <a:p>
            <a:r>
              <a:rPr lang="en-US" sz="1400" dirty="0">
                <a:latin typeface="Century Gothic"/>
              </a:rPr>
              <a:t>Business Plan</a:t>
            </a:r>
          </a:p>
        </p:txBody>
      </p:sp>
    </p:spTree>
    <p:extLst>
      <p:ext uri="{BB962C8B-B14F-4D97-AF65-F5344CB8AC3E}">
        <p14:creationId xmlns:p14="http://schemas.microsoft.com/office/powerpoint/2010/main" val="2971499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559F6-587C-F2F3-B452-57C39A8C94B7}"/>
              </a:ext>
            </a:extLst>
          </p:cNvPr>
          <p:cNvSpPr>
            <a:spLocks noGrp="1"/>
          </p:cNvSpPr>
          <p:nvPr>
            <p:ph type="title"/>
          </p:nvPr>
        </p:nvSpPr>
        <p:spPr/>
        <p:txBody>
          <a:bodyPr/>
          <a:lstStyle/>
          <a:p>
            <a:r>
              <a:rPr lang="de-DE"/>
              <a:t>Project Phase</a:t>
            </a:r>
            <a:endParaRPr lang="en-US"/>
          </a:p>
        </p:txBody>
      </p:sp>
      <p:sp>
        <p:nvSpPr>
          <p:cNvPr id="3" name="Content Placeholder 2">
            <a:extLst>
              <a:ext uri="{FF2B5EF4-FFF2-40B4-BE49-F238E27FC236}">
                <a16:creationId xmlns:a16="http://schemas.microsoft.com/office/drawing/2014/main" id="{67F86130-06B9-2058-7427-9B4F7F404872}"/>
              </a:ext>
            </a:extLst>
          </p:cNvPr>
          <p:cNvSpPr>
            <a:spLocks noGrp="1"/>
          </p:cNvSpPr>
          <p:nvPr>
            <p:ph idx="1"/>
          </p:nvPr>
        </p:nvSpPr>
        <p:spPr>
          <a:xfrm>
            <a:off x="838200" y="1825625"/>
            <a:ext cx="10515600" cy="4667250"/>
          </a:xfrm>
        </p:spPr>
        <p:txBody>
          <a:bodyPr>
            <a:noAutofit/>
          </a:bodyPr>
          <a:lstStyle/>
          <a:p>
            <a:pPr marL="0" indent="0">
              <a:buNone/>
            </a:pPr>
            <a:r>
              <a:rPr lang="en-US" sz="1400" b="1"/>
              <a:t>From application to implementation</a:t>
            </a:r>
          </a:p>
          <a:p>
            <a:r>
              <a:rPr lang="en-US" sz="1400">
                <a:latin typeface="Century Gothic"/>
              </a:rPr>
              <a:t>Application until 24th January 2024, at 11:00 (CET)</a:t>
            </a:r>
          </a:p>
          <a:p>
            <a:r>
              <a:rPr lang="en-GB" sz="1400">
                <a:latin typeface="Century Gothic"/>
              </a:rPr>
              <a:t>Evaluation: at least four weeks prior to the Hearings</a:t>
            </a:r>
            <a:r>
              <a:rPr lang="en-US" sz="1400">
                <a:latin typeface="Century Gothic"/>
              </a:rPr>
              <a:t> (around end of April), submitter and the candidate CIG Chair will receive an evaluation report (overall average score should be above 2, see </a:t>
            </a:r>
            <a:r>
              <a:rPr lang="en-US" sz="1400">
                <a:latin typeface="Century Gothic"/>
                <a:hlinkClick r:id="rId3"/>
              </a:rPr>
              <a:t>guidelines</a:t>
            </a:r>
            <a:r>
              <a:rPr lang="en-US" sz="1400">
                <a:latin typeface="Century Gothic"/>
              </a:rPr>
              <a:t> section 3 for more evaluation details)</a:t>
            </a:r>
          </a:p>
          <a:p>
            <a:r>
              <a:rPr lang="en-US" sz="1400">
                <a:latin typeface="Century Gothic"/>
              </a:rPr>
              <a:t>Hearing on 23th and 24th May 2024 in Brussels</a:t>
            </a:r>
          </a:p>
          <a:p>
            <a:r>
              <a:rPr lang="en-US" sz="1400"/>
              <a:t>Start Date: November 1, 2024</a:t>
            </a:r>
          </a:p>
          <a:p>
            <a:r>
              <a:rPr lang="en-US" sz="1400"/>
              <a:t>Duration: 12 months</a:t>
            </a:r>
          </a:p>
          <a:p>
            <a:endParaRPr lang="en-US" sz="1400"/>
          </a:p>
        </p:txBody>
      </p:sp>
    </p:spTree>
    <p:extLst>
      <p:ext uri="{BB962C8B-B14F-4D97-AF65-F5344CB8AC3E}">
        <p14:creationId xmlns:p14="http://schemas.microsoft.com/office/powerpoint/2010/main" val="2925907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559F6-587C-F2F3-B452-57C39A8C94B7}"/>
              </a:ext>
            </a:extLst>
          </p:cNvPr>
          <p:cNvSpPr>
            <a:spLocks noGrp="1"/>
          </p:cNvSpPr>
          <p:nvPr>
            <p:ph type="title"/>
          </p:nvPr>
        </p:nvSpPr>
        <p:spPr/>
        <p:txBody>
          <a:bodyPr/>
          <a:lstStyle/>
          <a:p>
            <a:r>
              <a:rPr lang="de-DE" err="1"/>
              <a:t>Application</a:t>
            </a:r>
            <a:r>
              <a:rPr lang="de-DE"/>
              <a:t> Form – Part A</a:t>
            </a:r>
            <a:endParaRPr lang="en-US"/>
          </a:p>
        </p:txBody>
      </p:sp>
      <p:sp>
        <p:nvSpPr>
          <p:cNvPr id="3" name="Content Placeholder 2">
            <a:extLst>
              <a:ext uri="{FF2B5EF4-FFF2-40B4-BE49-F238E27FC236}">
                <a16:creationId xmlns:a16="http://schemas.microsoft.com/office/drawing/2014/main" id="{67F86130-06B9-2058-7427-9B4F7F404872}"/>
              </a:ext>
            </a:extLst>
          </p:cNvPr>
          <p:cNvSpPr>
            <a:spLocks noGrp="1"/>
          </p:cNvSpPr>
          <p:nvPr>
            <p:ph idx="1"/>
          </p:nvPr>
        </p:nvSpPr>
        <p:spPr>
          <a:xfrm>
            <a:off x="838200" y="1825625"/>
            <a:ext cx="10515600" cy="4667250"/>
          </a:xfrm>
        </p:spPr>
        <p:txBody>
          <a:bodyPr>
            <a:noAutofit/>
          </a:bodyPr>
          <a:lstStyle/>
          <a:p>
            <a:r>
              <a:rPr lang="en-US" sz="1400" b="1">
                <a:hlinkClick r:id="rId3"/>
              </a:rPr>
              <a:t>Guidelines</a:t>
            </a:r>
            <a:endParaRPr lang="en-US" sz="1400" b="1"/>
          </a:p>
          <a:p>
            <a:r>
              <a:rPr lang="en-US" sz="1400" b="1"/>
              <a:t>Google drive application form </a:t>
            </a:r>
            <a:r>
              <a:rPr lang="en-US" sz="1400" b="1">
                <a:hlinkClick r:id="rId4"/>
              </a:rPr>
              <a:t>link</a:t>
            </a:r>
            <a:endParaRPr lang="en-US" sz="1400" b="1"/>
          </a:p>
          <a:p>
            <a:r>
              <a:rPr lang="en-US" sz="1400" b="1"/>
              <a:t>COST website </a:t>
            </a:r>
            <a:r>
              <a:rPr lang="en-US" sz="1400" b="1">
                <a:hlinkClick r:id="rId5"/>
              </a:rPr>
              <a:t>link</a:t>
            </a:r>
            <a:endParaRPr lang="en-US" sz="1400" b="1"/>
          </a:p>
          <a:p>
            <a:r>
              <a:rPr lang="en-US" sz="1400" b="1"/>
              <a:t>CIG application Part A content:</a:t>
            </a:r>
          </a:p>
          <a:p>
            <a:pPr lvl="1"/>
            <a:r>
              <a:rPr lang="en-US" sz="1400"/>
              <a:t>Application title</a:t>
            </a:r>
          </a:p>
          <a:p>
            <a:pPr lvl="1"/>
            <a:r>
              <a:rPr lang="en-US" sz="1400"/>
              <a:t>Application acronym</a:t>
            </a:r>
          </a:p>
          <a:p>
            <a:pPr lvl="1"/>
            <a:r>
              <a:rPr lang="en-US" sz="1400"/>
              <a:t>Code of COST Action, here is CA19130</a:t>
            </a:r>
          </a:p>
          <a:p>
            <a:pPr lvl="1"/>
            <a:r>
              <a:rPr lang="en-US" sz="1400"/>
              <a:t>Submitter (must be Action Chair/ Vice Chair)</a:t>
            </a:r>
          </a:p>
          <a:p>
            <a:pPr lvl="1"/>
            <a:r>
              <a:rPr lang="en-US" sz="1400"/>
              <a:t>Origin of CIG application in the Action</a:t>
            </a:r>
          </a:p>
          <a:p>
            <a:pPr lvl="1"/>
            <a:r>
              <a:rPr lang="en-US" sz="1400"/>
              <a:t>CIG Grant Holder</a:t>
            </a:r>
          </a:p>
          <a:p>
            <a:pPr lvl="1"/>
            <a:r>
              <a:rPr lang="en-US" sz="1400"/>
              <a:t>Summary (for publication if the application is approved, </a:t>
            </a:r>
            <a:r>
              <a:rPr lang="en-US" sz="1400" b="1"/>
              <a:t>between 100 and 500 words</a:t>
            </a:r>
            <a:r>
              <a:rPr lang="en-US" sz="1400"/>
              <a:t>)</a:t>
            </a:r>
          </a:p>
          <a:p>
            <a:pPr lvl="1"/>
            <a:r>
              <a:rPr lang="en-US" sz="1400"/>
              <a:t>Composition of CIG Team.</a:t>
            </a:r>
          </a:p>
          <a:p>
            <a:pPr lvl="1"/>
            <a:r>
              <a:rPr lang="en-US" sz="1400"/>
              <a:t>Name, email, institution, country of affiliation, role in the CIG, relevant expertise and expected contribution in the CIG for: </a:t>
            </a:r>
          </a:p>
          <a:p>
            <a:pPr lvl="2">
              <a:buFont typeface="Courier New" panose="02070309020205020404" pitchFamily="49" charset="0"/>
              <a:buChar char="o"/>
            </a:pPr>
            <a:r>
              <a:rPr lang="en-US" sz="1400"/>
              <a:t>CIG Chair</a:t>
            </a:r>
          </a:p>
          <a:p>
            <a:pPr lvl="2">
              <a:buFont typeface="Courier New" panose="02070309020205020404" pitchFamily="49" charset="0"/>
              <a:buChar char="o"/>
            </a:pPr>
            <a:r>
              <a:rPr lang="en-US" sz="1400"/>
              <a:t>CIG Vice-Chair</a:t>
            </a:r>
          </a:p>
          <a:p>
            <a:pPr lvl="2">
              <a:buFont typeface="Courier New" panose="02070309020205020404" pitchFamily="49" charset="0"/>
              <a:buChar char="o"/>
            </a:pPr>
            <a:r>
              <a:rPr lang="en-US" sz="1400"/>
              <a:t>CIG Team Members.</a:t>
            </a:r>
          </a:p>
        </p:txBody>
      </p:sp>
    </p:spTree>
    <p:extLst>
      <p:ext uri="{BB962C8B-B14F-4D97-AF65-F5344CB8AC3E}">
        <p14:creationId xmlns:p14="http://schemas.microsoft.com/office/powerpoint/2010/main" val="381116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559F6-587C-F2F3-B452-57C39A8C94B7}"/>
              </a:ext>
            </a:extLst>
          </p:cNvPr>
          <p:cNvSpPr>
            <a:spLocks noGrp="1"/>
          </p:cNvSpPr>
          <p:nvPr>
            <p:ph type="title"/>
          </p:nvPr>
        </p:nvSpPr>
        <p:spPr/>
        <p:txBody>
          <a:bodyPr/>
          <a:lstStyle/>
          <a:p>
            <a:r>
              <a:rPr lang="de-DE"/>
              <a:t>Application Form – Part B</a:t>
            </a:r>
            <a:endParaRPr lang="en-US"/>
          </a:p>
        </p:txBody>
      </p:sp>
      <p:sp>
        <p:nvSpPr>
          <p:cNvPr id="3" name="Content Placeholder 2">
            <a:extLst>
              <a:ext uri="{FF2B5EF4-FFF2-40B4-BE49-F238E27FC236}">
                <a16:creationId xmlns:a16="http://schemas.microsoft.com/office/drawing/2014/main" id="{67F86130-06B9-2058-7427-9B4F7F404872}"/>
              </a:ext>
            </a:extLst>
          </p:cNvPr>
          <p:cNvSpPr>
            <a:spLocks noGrp="1"/>
          </p:cNvSpPr>
          <p:nvPr>
            <p:ph idx="1"/>
          </p:nvPr>
        </p:nvSpPr>
        <p:spPr>
          <a:xfrm>
            <a:off x="838200" y="1825625"/>
            <a:ext cx="10515600" cy="4667250"/>
          </a:xfrm>
        </p:spPr>
        <p:txBody>
          <a:bodyPr>
            <a:noAutofit/>
          </a:bodyPr>
          <a:lstStyle/>
          <a:p>
            <a:r>
              <a:rPr lang="en-US" sz="1400" b="1">
                <a:hlinkClick r:id="rId3"/>
              </a:rPr>
              <a:t>Guidelines</a:t>
            </a:r>
            <a:endParaRPr lang="en-US" sz="1400" b="1"/>
          </a:p>
          <a:p>
            <a:r>
              <a:rPr lang="en-US" sz="1400" b="1"/>
              <a:t>Google drive application form </a:t>
            </a:r>
            <a:r>
              <a:rPr lang="en-US" sz="1400" b="1">
                <a:hlinkClick r:id="rId4"/>
              </a:rPr>
              <a:t>link</a:t>
            </a:r>
            <a:endParaRPr lang="en-US" sz="1400" b="1"/>
          </a:p>
          <a:p>
            <a:r>
              <a:rPr lang="en-US" sz="1400" b="1"/>
              <a:t>COST website </a:t>
            </a:r>
            <a:r>
              <a:rPr lang="en-US" sz="1400" b="1">
                <a:hlinkClick r:id="rId5"/>
              </a:rPr>
              <a:t>link</a:t>
            </a:r>
            <a:endParaRPr lang="en-US" sz="1400" b="1"/>
          </a:p>
          <a:p>
            <a:r>
              <a:rPr lang="en-US" sz="1400" b="1"/>
              <a:t>CIG application Part B (max. 6 pages) – the Business Plan:</a:t>
            </a:r>
          </a:p>
          <a:p>
            <a:pPr lvl="1"/>
            <a:r>
              <a:rPr lang="en-US" sz="1400"/>
              <a:t>Innovation Potential (2 pages): </a:t>
            </a:r>
          </a:p>
          <a:p>
            <a:pPr lvl="2"/>
            <a:r>
              <a:rPr lang="en-US" sz="1400"/>
              <a:t>What is the practical challenge and target group that you will address? </a:t>
            </a:r>
          </a:p>
          <a:p>
            <a:pPr lvl="2"/>
            <a:r>
              <a:rPr lang="en-US" sz="1400"/>
              <a:t>What is your proposed solution, what will be the main outcomes of the CIG? </a:t>
            </a:r>
          </a:p>
          <a:p>
            <a:pPr lvl="2"/>
            <a:r>
              <a:rPr lang="en-US" sz="1400"/>
              <a:t>Objectives of the CIG? </a:t>
            </a:r>
          </a:p>
          <a:p>
            <a:pPr lvl="2"/>
            <a:r>
              <a:rPr lang="en-US" sz="1400"/>
              <a:t>What is innovative about your solution?</a:t>
            </a:r>
          </a:p>
          <a:p>
            <a:pPr lvl="1"/>
            <a:r>
              <a:rPr lang="en-US" sz="1400"/>
              <a:t>Expected impact (2 pages): </a:t>
            </a:r>
          </a:p>
          <a:p>
            <a:pPr lvl="2"/>
            <a:r>
              <a:rPr lang="en-US" sz="1400"/>
              <a:t>Describe who and/or what will benefit, how, when and to which extent. </a:t>
            </a:r>
          </a:p>
          <a:p>
            <a:pPr lvl="2"/>
            <a:r>
              <a:rPr lang="en-US" sz="1400"/>
              <a:t>Plan for exploitation.</a:t>
            </a:r>
          </a:p>
          <a:p>
            <a:pPr lvl="1"/>
            <a:r>
              <a:rPr lang="en-US" sz="1400"/>
              <a:t>Plan for Implementing the CIG (2 pages)</a:t>
            </a:r>
          </a:p>
          <a:p>
            <a:pPr lvl="2"/>
            <a:r>
              <a:rPr lang="en-US" sz="1400"/>
              <a:t>Work plan. </a:t>
            </a:r>
          </a:p>
          <a:p>
            <a:pPr lvl="2"/>
            <a:r>
              <a:rPr lang="en-US" sz="1400"/>
              <a:t>Intellectual property rights considerations.</a:t>
            </a:r>
            <a:endParaRPr lang="en-US" sz="1800"/>
          </a:p>
          <a:p>
            <a:endParaRPr lang="en-US" sz="2000" b="1"/>
          </a:p>
        </p:txBody>
      </p:sp>
    </p:spTree>
    <p:extLst>
      <p:ext uri="{BB962C8B-B14F-4D97-AF65-F5344CB8AC3E}">
        <p14:creationId xmlns:p14="http://schemas.microsoft.com/office/powerpoint/2010/main" val="2010070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559F6-587C-F2F3-B452-57C39A8C94B7}"/>
              </a:ext>
            </a:extLst>
          </p:cNvPr>
          <p:cNvSpPr>
            <a:spLocks noGrp="1"/>
          </p:cNvSpPr>
          <p:nvPr>
            <p:ph type="title"/>
          </p:nvPr>
        </p:nvSpPr>
        <p:spPr/>
        <p:txBody>
          <a:bodyPr/>
          <a:lstStyle/>
          <a:p>
            <a:r>
              <a:rPr lang="de-DE">
                <a:latin typeface="Century Gothic"/>
              </a:rPr>
              <a:t>Start </a:t>
            </a:r>
            <a:r>
              <a:rPr lang="de-DE" err="1">
                <a:latin typeface="Century Gothic"/>
              </a:rPr>
              <a:t>application</a:t>
            </a:r>
            <a:r>
              <a:rPr lang="de-DE">
                <a:latin typeface="Century Gothic"/>
              </a:rPr>
              <a:t> </a:t>
            </a:r>
            <a:r>
              <a:rPr lang="de-DE" err="1">
                <a:latin typeface="Century Gothic"/>
              </a:rPr>
              <a:t>writing</a:t>
            </a:r>
            <a:endParaRPr lang="en-US"/>
          </a:p>
        </p:txBody>
      </p:sp>
      <p:sp>
        <p:nvSpPr>
          <p:cNvPr id="3" name="Content Placeholder 2">
            <a:extLst>
              <a:ext uri="{FF2B5EF4-FFF2-40B4-BE49-F238E27FC236}">
                <a16:creationId xmlns:a16="http://schemas.microsoft.com/office/drawing/2014/main" id="{67F86130-06B9-2058-7427-9B4F7F404872}"/>
              </a:ext>
            </a:extLst>
          </p:cNvPr>
          <p:cNvSpPr>
            <a:spLocks noGrp="1"/>
          </p:cNvSpPr>
          <p:nvPr>
            <p:ph idx="1"/>
          </p:nvPr>
        </p:nvSpPr>
        <p:spPr>
          <a:xfrm>
            <a:off x="838200" y="1825625"/>
            <a:ext cx="10515600" cy="4667250"/>
          </a:xfrm>
        </p:spPr>
        <p:txBody>
          <a:bodyPr anchor="t">
            <a:noAutofit/>
          </a:bodyPr>
          <a:lstStyle/>
          <a:p>
            <a:r>
              <a:rPr lang="en-US" sz="1400">
                <a:latin typeface="Century Gothic"/>
              </a:rPr>
              <a:t>CIG Team Members (</a:t>
            </a:r>
            <a:r>
              <a:rPr lang="en-US" sz="1400">
                <a:latin typeface="Century Gothic"/>
                <a:hlinkClick r:id="rId3"/>
              </a:rPr>
              <a:t>Excel sheet link</a:t>
            </a:r>
            <a:r>
              <a:rPr lang="en-US" sz="1400">
                <a:latin typeface="Century Gothic"/>
              </a:rPr>
              <a:t>)</a:t>
            </a:r>
          </a:p>
          <a:p>
            <a:r>
              <a:rPr lang="en-US" sz="1400">
                <a:latin typeface="Century Gothic"/>
              </a:rPr>
              <a:t>Write a summary of the ACTION (100-500 words)</a:t>
            </a:r>
          </a:p>
          <a:p>
            <a:r>
              <a:rPr lang="en-US" sz="1400">
                <a:latin typeface="Century Gothic"/>
              </a:rPr>
              <a:t>Prepare business plan (part B of CIG application,  max 6 pages) *</a:t>
            </a:r>
          </a:p>
          <a:p>
            <a:r>
              <a:rPr lang="en-US" sz="1400">
                <a:latin typeface="Century Gothic"/>
              </a:rPr>
              <a:t>Filling the CIG application Part A and Part B </a:t>
            </a:r>
          </a:p>
          <a:p>
            <a:r>
              <a:rPr lang="en-US" sz="1400">
                <a:latin typeface="Century Gothic"/>
              </a:rPr>
              <a:t>Application form (Part A and B) for 2024-2025:</a:t>
            </a:r>
          </a:p>
          <a:p>
            <a:r>
              <a:rPr lang="en-US" sz="1400">
                <a:latin typeface="Century Gothic"/>
                <a:hlinkClick r:id="rId4"/>
              </a:rPr>
              <a:t>https://docs.google.com/document/d/1P2kLXN00AUoJwdFOUjmh3Oqgkwg9vxmR/edit?rtpof=true</a:t>
            </a:r>
            <a:r>
              <a:rPr lang="en-US" sz="1400">
                <a:latin typeface="Century Gothic"/>
              </a:rPr>
              <a:t> </a:t>
            </a:r>
          </a:p>
          <a:p>
            <a:r>
              <a:rPr lang="en-US" sz="1400">
                <a:latin typeface="Century Gothic"/>
              </a:rPr>
              <a:t>Send the application email to </a:t>
            </a:r>
            <a:r>
              <a:rPr lang="en-US" sz="1400">
                <a:latin typeface="Century Gothic"/>
                <a:hlinkClick r:id="rId5"/>
              </a:rPr>
              <a:t>CIG@cost.eu</a:t>
            </a:r>
            <a:r>
              <a:rPr lang="en-US" sz="1400">
                <a:latin typeface="Century Gothic"/>
              </a:rPr>
              <a:t>, by January 24th, 11 am, </a:t>
            </a:r>
          </a:p>
          <a:p>
            <a:r>
              <a:rPr lang="en-US" sz="1400">
                <a:latin typeface="Century Gothic"/>
              </a:rPr>
              <a:t>Reserve date for Hearings: 23th and 24th May 2024</a:t>
            </a:r>
            <a:endParaRPr lang="en-US"/>
          </a:p>
          <a:p>
            <a:r>
              <a:rPr lang="en-US" sz="1400">
                <a:latin typeface="Century Gothic"/>
              </a:rPr>
              <a:t>Wait for April 30, 2024</a:t>
            </a:r>
          </a:p>
        </p:txBody>
      </p:sp>
    </p:spTree>
    <p:extLst>
      <p:ext uri="{BB962C8B-B14F-4D97-AF65-F5344CB8AC3E}">
        <p14:creationId xmlns:p14="http://schemas.microsoft.com/office/powerpoint/2010/main" val="1786588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B3FA0-E6EA-F78C-9458-3FC8F07EEB8C}"/>
              </a:ext>
            </a:extLst>
          </p:cNvPr>
          <p:cNvSpPr>
            <a:spLocks noGrp="1"/>
          </p:cNvSpPr>
          <p:nvPr>
            <p:ph type="title"/>
          </p:nvPr>
        </p:nvSpPr>
        <p:spPr/>
        <p:txBody>
          <a:bodyPr/>
          <a:lstStyle/>
          <a:p>
            <a:r>
              <a:rPr lang="en-US"/>
              <a:t>Open questions</a:t>
            </a:r>
            <a:endParaRPr lang="en-CH"/>
          </a:p>
        </p:txBody>
      </p:sp>
      <p:sp>
        <p:nvSpPr>
          <p:cNvPr id="3" name="Content Placeholder 2">
            <a:extLst>
              <a:ext uri="{FF2B5EF4-FFF2-40B4-BE49-F238E27FC236}">
                <a16:creationId xmlns:a16="http://schemas.microsoft.com/office/drawing/2014/main" id="{3DC1F632-328D-FCD0-1AEA-BC5C0C346F9C}"/>
              </a:ext>
            </a:extLst>
          </p:cNvPr>
          <p:cNvSpPr>
            <a:spLocks noGrp="1"/>
          </p:cNvSpPr>
          <p:nvPr>
            <p:ph idx="1"/>
          </p:nvPr>
        </p:nvSpPr>
        <p:spPr/>
        <p:txBody>
          <a:bodyPr>
            <a:normAutofit lnSpcReduction="10000"/>
          </a:bodyPr>
          <a:lstStyle/>
          <a:p>
            <a:r>
              <a:rPr lang="en-US" sz="1400" b="1"/>
              <a:t>Does this topic have to be connected to the existing one?</a:t>
            </a:r>
          </a:p>
          <a:p>
            <a:pPr lvl="1">
              <a:buFont typeface="Courier New" panose="02070309020205020404" pitchFamily="49" charset="0"/>
              <a:buChar char="o"/>
            </a:pPr>
            <a:r>
              <a:rPr lang="en-US" sz="1400"/>
              <a:t>Guidelines quotes (p. 5, section 1: Introduction): “</a:t>
            </a:r>
            <a:r>
              <a:rPr lang="en-GB" sz="1400"/>
              <a:t>The COST Innovators Grant is a scheme designed for those ending COST Actions which demonstrate innovation potential.“</a:t>
            </a:r>
          </a:p>
          <a:p>
            <a:pPr lvl="1">
              <a:buFont typeface="Courier New" panose="02070309020205020404" pitchFamily="49" charset="0"/>
              <a:buChar char="o"/>
            </a:pPr>
            <a:r>
              <a:rPr lang="en-GB" sz="1400"/>
              <a:t>FAQ quotes: “Can we include different innovations in various areas, in the same application? If this is possible, has the business plan to be presented for all the innovation presented, or only for the best one? </a:t>
            </a:r>
            <a:r>
              <a:rPr lang="en-GB" sz="1400" b="1"/>
              <a:t>Yes, you can include different innovations in various areas in the CIG application and the business plan should address all of them</a:t>
            </a:r>
            <a:r>
              <a:rPr lang="en-GB" sz="1400"/>
              <a:t>.”</a:t>
            </a:r>
          </a:p>
          <a:p>
            <a:pPr marL="457200" lvl="1" indent="0">
              <a:buNone/>
            </a:pPr>
            <a:endParaRPr lang="en-US" sz="1400"/>
          </a:p>
          <a:p>
            <a:r>
              <a:rPr lang="en-US" sz="1400" b="1"/>
              <a:t>What is the definition of business plan? Do we need to attach a business plan?</a:t>
            </a:r>
          </a:p>
          <a:p>
            <a:pPr lvl="1">
              <a:buFont typeface="Courier New" panose="02070309020205020404" pitchFamily="49" charset="0"/>
              <a:buChar char="o"/>
            </a:pPr>
            <a:r>
              <a:rPr lang="en-US" sz="1400"/>
              <a:t>Glossary quote: “</a:t>
            </a:r>
            <a:r>
              <a:rPr lang="en-GB" sz="1400"/>
              <a:t>For the purposes of the CIG the following definition of Business Plan applies: </a:t>
            </a:r>
            <a:r>
              <a:rPr lang="en-GB" sz="1400" b="1"/>
              <a:t>Business Plan means a written document that describes in detail how an innovation is going to reach the users. A business plan defines the overall strategy for bringing the innovation to the users and lays out an appropriate written plan from a marketing, advocacy, communication, or promotion</a:t>
            </a:r>
            <a:r>
              <a:rPr lang="en-GB" sz="1400"/>
              <a:t>.</a:t>
            </a:r>
            <a:r>
              <a:rPr lang="en-US" sz="1400"/>
              <a:t>”</a:t>
            </a:r>
          </a:p>
          <a:p>
            <a:pPr lvl="1">
              <a:buFont typeface="Courier New" panose="02070309020205020404" pitchFamily="49" charset="0"/>
              <a:buChar char="o"/>
            </a:pPr>
            <a:r>
              <a:rPr lang="en-US" sz="1400"/>
              <a:t>Guidelines say to refer to section 2.2.2.2. for the Business Plan, but this section is named “</a:t>
            </a:r>
            <a:r>
              <a:rPr lang="en-GB" sz="1400"/>
              <a:t>CIG APPLICATION - PART B” so is </a:t>
            </a:r>
            <a:r>
              <a:rPr lang="en-US" sz="1400"/>
              <a:t>about Part B of application form</a:t>
            </a:r>
          </a:p>
          <a:p>
            <a:endParaRPr lang="en-US" sz="1400" b="1"/>
          </a:p>
          <a:p>
            <a:pPr marL="0" indent="0">
              <a:buNone/>
            </a:pPr>
            <a:endParaRPr lang="en-US" sz="1400" b="1"/>
          </a:p>
          <a:p>
            <a:pPr marL="0" indent="0">
              <a:buNone/>
            </a:pPr>
            <a:endParaRPr lang="en-US" sz="1400" b="1"/>
          </a:p>
          <a:p>
            <a:r>
              <a:rPr lang="en-GB" sz="1400"/>
              <a:t>All enquiries concerning the COST Innovators Grant can be addressed to </a:t>
            </a:r>
            <a:r>
              <a:rPr lang="en-GB" sz="1400" err="1">
                <a:hlinkClick r:id="rId2"/>
              </a:rPr>
              <a:t>CIG@cost.eu</a:t>
            </a:r>
            <a:endParaRPr lang="en-CH" sz="1400" b="1"/>
          </a:p>
        </p:txBody>
      </p:sp>
    </p:spTree>
    <p:extLst>
      <p:ext uri="{BB962C8B-B14F-4D97-AF65-F5344CB8AC3E}">
        <p14:creationId xmlns:p14="http://schemas.microsoft.com/office/powerpoint/2010/main" val="2951843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B3FA0-E6EA-F78C-9458-3FC8F07EEB8C}"/>
              </a:ext>
            </a:extLst>
          </p:cNvPr>
          <p:cNvSpPr>
            <a:spLocks noGrp="1"/>
          </p:cNvSpPr>
          <p:nvPr>
            <p:ph type="title"/>
          </p:nvPr>
        </p:nvSpPr>
        <p:spPr/>
        <p:txBody>
          <a:bodyPr/>
          <a:lstStyle/>
          <a:p>
            <a:r>
              <a:rPr lang="en-US"/>
              <a:t>Open questions</a:t>
            </a:r>
            <a:endParaRPr lang="en-CH"/>
          </a:p>
        </p:txBody>
      </p:sp>
      <p:sp>
        <p:nvSpPr>
          <p:cNvPr id="3" name="Content Placeholder 2">
            <a:extLst>
              <a:ext uri="{FF2B5EF4-FFF2-40B4-BE49-F238E27FC236}">
                <a16:creationId xmlns:a16="http://schemas.microsoft.com/office/drawing/2014/main" id="{3DC1F632-328D-FCD0-1AEA-BC5C0C346F9C}"/>
              </a:ext>
            </a:extLst>
          </p:cNvPr>
          <p:cNvSpPr>
            <a:spLocks noGrp="1"/>
          </p:cNvSpPr>
          <p:nvPr>
            <p:ph idx="1"/>
          </p:nvPr>
        </p:nvSpPr>
        <p:spPr/>
        <p:txBody>
          <a:bodyPr>
            <a:normAutofit lnSpcReduction="10000"/>
          </a:bodyPr>
          <a:lstStyle/>
          <a:p>
            <a:r>
              <a:rPr lang="en-US" sz="1400" b="1"/>
              <a:t>Can we just write 20 papers?</a:t>
            </a:r>
          </a:p>
          <a:p>
            <a:pPr lvl="1">
              <a:buFont typeface="Courier New" panose="02070309020205020404" pitchFamily="49" charset="0"/>
              <a:buChar char="o"/>
            </a:pPr>
            <a:r>
              <a:rPr lang="en-US" sz="1400"/>
              <a:t>To be checked</a:t>
            </a:r>
          </a:p>
          <a:p>
            <a:pPr marL="457200" lvl="1" indent="0">
              <a:buNone/>
            </a:pPr>
            <a:endParaRPr lang="en-US" sz="1400"/>
          </a:p>
          <a:p>
            <a:r>
              <a:rPr lang="en-US" sz="1400" b="1"/>
              <a:t>Can everyone be a team member? What about non-COST Countries?</a:t>
            </a:r>
          </a:p>
          <a:p>
            <a:pPr lvl="1">
              <a:buFont typeface="Courier New" panose="02070309020205020404" pitchFamily="49" charset="0"/>
              <a:buChar char="o"/>
            </a:pPr>
            <a:r>
              <a:rPr lang="en-US" sz="1400"/>
              <a:t>Quote from FAQ: “</a:t>
            </a:r>
            <a:r>
              <a:rPr lang="en-GB" sz="1400"/>
              <a:t>Is the CIG Team composed exclusively of MC members or can substitutes, Working Group (WG) members or even people outside of the Action also be in the CIG team? </a:t>
            </a:r>
            <a:r>
              <a:rPr lang="en-GB" sz="1400" b="1"/>
              <a:t>The CIG Team can be composed of any researcher and innovator affiliated to a legal entity located in any COST Full or Cooperating Member regardless of their former contribution in the Action</a:t>
            </a:r>
            <a:r>
              <a:rPr lang="en-GB" sz="1400"/>
              <a:t>. </a:t>
            </a:r>
            <a:r>
              <a:rPr lang="en-US" sz="1400"/>
              <a:t>“</a:t>
            </a:r>
          </a:p>
          <a:p>
            <a:pPr lvl="1">
              <a:buFont typeface="Courier New" panose="02070309020205020404" pitchFamily="49" charset="0"/>
              <a:buChar char="o"/>
            </a:pPr>
            <a:r>
              <a:rPr lang="en-US" sz="1400"/>
              <a:t>Quote from FAQ: “</a:t>
            </a:r>
            <a:r>
              <a:rPr lang="en-GB" sz="1400"/>
              <a:t>Can CIG Team members be from the United Kingdom? Can partners be from UK? </a:t>
            </a:r>
            <a:r>
              <a:rPr lang="en-GB" sz="1400" b="1"/>
              <a:t>CIG Team members and participants affiliated to an Institution in the UK can participate in CIGs and are eligible for reimbursements as described in the Annotated Rules for COST Actions (COST 094/21; https://</a:t>
            </a:r>
            <a:r>
              <a:rPr lang="en-GB" sz="1400" b="1" err="1"/>
              <a:t>www.cost.eu</a:t>
            </a:r>
            <a:r>
              <a:rPr lang="en-GB" sz="1400" b="1"/>
              <a:t>/</a:t>
            </a:r>
            <a:r>
              <a:rPr lang="en-GB" sz="1400" b="1" err="1"/>
              <a:t>Annotated_Rules_for_COST_Actions_C</a:t>
            </a:r>
            <a:r>
              <a:rPr lang="en-GB" sz="1400" b="1"/>
              <a:t>)</a:t>
            </a:r>
            <a:r>
              <a:rPr lang="en-GB" sz="1400"/>
              <a:t>.</a:t>
            </a:r>
            <a:r>
              <a:rPr lang="en-US" sz="1400"/>
              <a:t>”</a:t>
            </a:r>
          </a:p>
          <a:p>
            <a:endParaRPr lang="en-US" sz="1400" b="1"/>
          </a:p>
          <a:p>
            <a:endParaRPr lang="en-US" sz="1400" b="1"/>
          </a:p>
          <a:p>
            <a:endParaRPr lang="en-US" sz="1400" b="1"/>
          </a:p>
          <a:p>
            <a:endParaRPr lang="en-US" sz="1400" b="1"/>
          </a:p>
          <a:p>
            <a:endParaRPr lang="en-US" sz="1400" b="1"/>
          </a:p>
          <a:p>
            <a:r>
              <a:rPr lang="en-GB" sz="1400"/>
              <a:t>All enquiries concerning the COST Innovators Grant can be addressed to </a:t>
            </a:r>
            <a:r>
              <a:rPr lang="en-GB" sz="1400" err="1">
                <a:hlinkClick r:id="rId2"/>
              </a:rPr>
              <a:t>CIG@cost.eu</a:t>
            </a:r>
            <a:endParaRPr lang="en-CH" sz="1400" b="1"/>
          </a:p>
        </p:txBody>
      </p:sp>
    </p:spTree>
    <p:extLst>
      <p:ext uri="{BB962C8B-B14F-4D97-AF65-F5344CB8AC3E}">
        <p14:creationId xmlns:p14="http://schemas.microsoft.com/office/powerpoint/2010/main" val="3598201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E07E1-EB85-90F8-C94F-248FF39D3D72}"/>
              </a:ext>
            </a:extLst>
          </p:cNvPr>
          <p:cNvSpPr>
            <a:spLocks noGrp="1"/>
          </p:cNvSpPr>
          <p:nvPr>
            <p:ph type="title"/>
          </p:nvPr>
        </p:nvSpPr>
        <p:spPr/>
        <p:txBody>
          <a:bodyPr/>
          <a:lstStyle/>
          <a:p>
            <a:r>
              <a:rPr lang="en-US"/>
              <a:t>Appendix</a:t>
            </a:r>
            <a:endParaRPr lang="en-CH"/>
          </a:p>
        </p:txBody>
      </p:sp>
      <p:sp>
        <p:nvSpPr>
          <p:cNvPr id="3" name="Content Placeholder 2">
            <a:extLst>
              <a:ext uri="{FF2B5EF4-FFF2-40B4-BE49-F238E27FC236}">
                <a16:creationId xmlns:a16="http://schemas.microsoft.com/office/drawing/2014/main" id="{A2E942D1-D788-F420-EBFD-DA5E50B40832}"/>
              </a:ext>
            </a:extLst>
          </p:cNvPr>
          <p:cNvSpPr>
            <a:spLocks noGrp="1"/>
          </p:cNvSpPr>
          <p:nvPr>
            <p:ph idx="1"/>
          </p:nvPr>
        </p:nvSpPr>
        <p:spPr/>
        <p:txBody>
          <a:bodyPr/>
          <a:lstStyle/>
          <a:p>
            <a:endParaRPr lang="en-CH"/>
          </a:p>
        </p:txBody>
      </p:sp>
    </p:spTree>
    <p:extLst>
      <p:ext uri="{BB962C8B-B14F-4D97-AF65-F5344CB8AC3E}">
        <p14:creationId xmlns:p14="http://schemas.microsoft.com/office/powerpoint/2010/main" val="2778170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559F6-587C-F2F3-B452-57C39A8C94B7}"/>
              </a:ext>
            </a:extLst>
          </p:cNvPr>
          <p:cNvSpPr>
            <a:spLocks noGrp="1"/>
          </p:cNvSpPr>
          <p:nvPr>
            <p:ph type="title"/>
          </p:nvPr>
        </p:nvSpPr>
        <p:spPr/>
        <p:txBody>
          <a:bodyPr/>
          <a:lstStyle/>
          <a:p>
            <a:r>
              <a:rPr lang="de-DE" err="1"/>
              <a:t>Stylistic</a:t>
            </a:r>
            <a:r>
              <a:rPr lang="de-DE"/>
              <a:t> </a:t>
            </a:r>
            <a:r>
              <a:rPr lang="de-DE" err="1"/>
              <a:t>Requirements</a:t>
            </a:r>
            <a:endParaRPr lang="en-US"/>
          </a:p>
        </p:txBody>
      </p:sp>
      <p:sp>
        <p:nvSpPr>
          <p:cNvPr id="3" name="Content Placeholder 2">
            <a:extLst>
              <a:ext uri="{FF2B5EF4-FFF2-40B4-BE49-F238E27FC236}">
                <a16:creationId xmlns:a16="http://schemas.microsoft.com/office/drawing/2014/main" id="{67F86130-06B9-2058-7427-9B4F7F404872}"/>
              </a:ext>
            </a:extLst>
          </p:cNvPr>
          <p:cNvSpPr>
            <a:spLocks noGrp="1"/>
          </p:cNvSpPr>
          <p:nvPr>
            <p:ph idx="1"/>
          </p:nvPr>
        </p:nvSpPr>
        <p:spPr>
          <a:xfrm>
            <a:off x="838200" y="1825625"/>
            <a:ext cx="10515600" cy="4667250"/>
          </a:xfrm>
        </p:spPr>
        <p:txBody>
          <a:bodyPr>
            <a:noAutofit/>
          </a:bodyPr>
          <a:lstStyle/>
          <a:p>
            <a:pPr marL="0" indent="0">
              <a:buNone/>
            </a:pPr>
            <a:r>
              <a:rPr lang="en-US" sz="1400" b="1"/>
              <a:t>Find writing style guide </a:t>
            </a:r>
            <a:r>
              <a:rPr lang="en-US" sz="1400" b="1">
                <a:hlinkClick r:id="rId3"/>
              </a:rPr>
              <a:t>here</a:t>
            </a:r>
            <a:r>
              <a:rPr lang="en-US" sz="1400" b="1"/>
              <a:t>, page 10, section 2.2.2.3.</a:t>
            </a:r>
          </a:p>
          <a:p>
            <a:r>
              <a:rPr lang="en-US" sz="1400"/>
              <a:t>Checking language and spelling, presenting the text in a logical way, avoiding unnecessary repetition between the different sections;</a:t>
            </a:r>
          </a:p>
          <a:p>
            <a:r>
              <a:rPr lang="en-US" sz="1400"/>
              <a:t>Use of capital letters for COST-specific and Action-related expressions and explaining all acronyms, including those commonly used in the Framework </a:t>
            </a:r>
            <a:r>
              <a:rPr lang="en-US" sz="1400" err="1"/>
              <a:t>Programme</a:t>
            </a:r>
            <a:r>
              <a:rPr lang="en-US" sz="1400"/>
              <a:t> context;</a:t>
            </a:r>
          </a:p>
          <a:p>
            <a:r>
              <a:rPr lang="en-US" sz="1400"/>
              <a:t>Use of "Europe" or "COST Member Countries" when referring to the overall geographical scope of COST. "European Union" or "EU Member States" should only be used to refer to the EU as a player ("EU legislation", "EU </a:t>
            </a:r>
            <a:r>
              <a:rPr lang="en-US" sz="1400" err="1"/>
              <a:t>programmes</a:t>
            </a:r>
            <a:r>
              <a:rPr lang="en-US" sz="1400"/>
              <a:t>", "EU policies" etc.) or when only EU Member State(s) need to be explicitly mentioned, excluding COST Members not being Member States of the EU;</a:t>
            </a:r>
          </a:p>
          <a:p>
            <a:r>
              <a:rPr lang="en-US" sz="1400"/>
              <a:t>Use of "framework" or "scheme" when referring to COST (COST is an intergovernmental framework, not an "EU instrument", although it is funded by the EU Framework </a:t>
            </a:r>
            <a:r>
              <a:rPr lang="en-US" sz="1400" err="1"/>
              <a:t>Programme</a:t>
            </a:r>
            <a:r>
              <a:rPr lang="en-US" sz="1400"/>
              <a:t>);</a:t>
            </a:r>
          </a:p>
          <a:p>
            <a:r>
              <a:rPr lang="en-US" sz="1400"/>
              <a:t>Avoiding pronouns such as “I”, “we”; rather use “the CIG”;</a:t>
            </a:r>
          </a:p>
          <a:p>
            <a:r>
              <a:rPr lang="en-US" sz="1400"/>
              <a:t>Avoiding expressions such as “planned” or “proposed” when referring to the CIG; rather use “aims at”, “will”, etc.;</a:t>
            </a:r>
          </a:p>
          <a:p>
            <a:r>
              <a:rPr lang="en-US" sz="1400"/>
              <a:t>Avoiding overstatements regarding the potential impact of the CIG.</a:t>
            </a:r>
          </a:p>
          <a:p>
            <a:r>
              <a:rPr lang="en-US" sz="1400"/>
              <a:t>Using of the “CIG application template” and the following COST standard style: Arial font, size 10, line spacing 1 - choose “Normal, Text” style option from the ribbon styles gallery, margins, line spacing, etc. Any application not fulfilling the aforementioned “CIG application template”, will be converted into the standard template by COST. In case of exceeding pages, these will not be provided to CIG Committee for evaluation.</a:t>
            </a:r>
          </a:p>
          <a:p>
            <a:r>
              <a:rPr lang="en-US" sz="1400"/>
              <a:t>No footnotes;</a:t>
            </a:r>
          </a:p>
        </p:txBody>
      </p:sp>
    </p:spTree>
    <p:extLst>
      <p:ext uri="{BB962C8B-B14F-4D97-AF65-F5344CB8AC3E}">
        <p14:creationId xmlns:p14="http://schemas.microsoft.com/office/powerpoint/2010/main" val="3520287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559F6-587C-F2F3-B452-57C39A8C94B7}"/>
              </a:ext>
            </a:extLst>
          </p:cNvPr>
          <p:cNvSpPr>
            <a:spLocks noGrp="1"/>
          </p:cNvSpPr>
          <p:nvPr>
            <p:ph type="title"/>
          </p:nvPr>
        </p:nvSpPr>
        <p:spPr/>
        <p:txBody>
          <a:bodyPr/>
          <a:lstStyle/>
          <a:p>
            <a:r>
              <a:rPr lang="en-US"/>
              <a:t>Application</a:t>
            </a:r>
            <a:r>
              <a:rPr lang="de-DE"/>
              <a:t> form </a:t>
            </a:r>
            <a:r>
              <a:rPr lang="de-DE" err="1"/>
              <a:t>content</a:t>
            </a:r>
            <a:endParaRPr lang="en-US"/>
          </a:p>
        </p:txBody>
      </p:sp>
      <p:sp>
        <p:nvSpPr>
          <p:cNvPr id="3" name="Content Placeholder 2">
            <a:extLst>
              <a:ext uri="{FF2B5EF4-FFF2-40B4-BE49-F238E27FC236}">
                <a16:creationId xmlns:a16="http://schemas.microsoft.com/office/drawing/2014/main" id="{67F86130-06B9-2058-7427-9B4F7F404872}"/>
              </a:ext>
            </a:extLst>
          </p:cNvPr>
          <p:cNvSpPr>
            <a:spLocks noGrp="1"/>
          </p:cNvSpPr>
          <p:nvPr>
            <p:ph idx="1"/>
          </p:nvPr>
        </p:nvSpPr>
        <p:spPr>
          <a:xfrm>
            <a:off x="838200" y="1825625"/>
            <a:ext cx="10515600" cy="4667250"/>
          </a:xfrm>
        </p:spPr>
        <p:txBody>
          <a:bodyPr>
            <a:noAutofit/>
          </a:bodyPr>
          <a:lstStyle/>
          <a:p>
            <a:r>
              <a:rPr lang="en-US" sz="1400" b="1"/>
              <a:t>See evaluation </a:t>
            </a:r>
            <a:r>
              <a:rPr lang="en-US" sz="1400" b="1">
                <a:hlinkClick r:id="rId3"/>
              </a:rPr>
              <a:t>guidelines</a:t>
            </a:r>
            <a:r>
              <a:rPr lang="en-US" sz="1400" b="1"/>
              <a:t> before filling the CIG application</a:t>
            </a:r>
          </a:p>
          <a:p>
            <a:r>
              <a:rPr lang="en-US" sz="1400" b="1"/>
              <a:t>CIG application Part A:</a:t>
            </a:r>
          </a:p>
          <a:p>
            <a:pPr lvl="1"/>
            <a:r>
              <a:rPr lang="en-US" sz="1400"/>
              <a:t>Application title, application acronym, Code of COST Action, Submitter (must be Action Chair/ Vice Chair), Origin of CIG application in the Action, CIG Grant Holder, Summary (for publication if the application is approved, between 100 and 500 words), Composition of CIG Team.</a:t>
            </a:r>
          </a:p>
          <a:p>
            <a:pPr lvl="1"/>
            <a:r>
              <a:rPr lang="en-US" sz="1400"/>
              <a:t>Name, email, institution, country of affiliation, role in the CIG, relevant expertise and expected contribution in the CIG for: CIG Chair, CIG Vice-Chair and CIG Team Members.</a:t>
            </a:r>
          </a:p>
          <a:p>
            <a:r>
              <a:rPr lang="en-US" sz="1400" b="1"/>
              <a:t>CIG application Part B (max. 6 pages) – the Business Plan:</a:t>
            </a:r>
          </a:p>
          <a:p>
            <a:pPr lvl="1"/>
            <a:r>
              <a:rPr lang="en-US" sz="1400"/>
              <a:t>Innovation Potential: </a:t>
            </a:r>
          </a:p>
          <a:p>
            <a:pPr lvl="2"/>
            <a:r>
              <a:rPr lang="en-US" sz="1400"/>
              <a:t>What is the practical challenge and target group that you will address? </a:t>
            </a:r>
          </a:p>
          <a:p>
            <a:pPr lvl="2"/>
            <a:r>
              <a:rPr lang="en-US" sz="1400"/>
              <a:t>What is your proposed solution, what will be the main outcomes of the CIG? </a:t>
            </a:r>
          </a:p>
          <a:p>
            <a:pPr lvl="2"/>
            <a:r>
              <a:rPr lang="en-US" sz="1400"/>
              <a:t>Objectives of the CIG? </a:t>
            </a:r>
          </a:p>
          <a:p>
            <a:pPr lvl="2"/>
            <a:r>
              <a:rPr lang="en-US" sz="1400"/>
              <a:t>What is innovative about your solution?</a:t>
            </a:r>
          </a:p>
          <a:p>
            <a:pPr lvl="1"/>
            <a:r>
              <a:rPr lang="en-US" sz="1400"/>
              <a:t>Expected impact: </a:t>
            </a:r>
          </a:p>
          <a:p>
            <a:pPr lvl="2"/>
            <a:r>
              <a:rPr lang="en-US" sz="1400"/>
              <a:t>Describe who and/or what will benefit, how, when and to which extent. </a:t>
            </a:r>
          </a:p>
          <a:p>
            <a:pPr lvl="2"/>
            <a:r>
              <a:rPr lang="en-US" sz="1400"/>
              <a:t>Plan for exploitation.</a:t>
            </a:r>
          </a:p>
          <a:p>
            <a:pPr lvl="1"/>
            <a:r>
              <a:rPr lang="en-US" sz="1400"/>
              <a:t>Plan for Implementing the CIG</a:t>
            </a:r>
          </a:p>
          <a:p>
            <a:pPr lvl="2"/>
            <a:r>
              <a:rPr lang="en-US" sz="1400"/>
              <a:t>Work plan. </a:t>
            </a:r>
          </a:p>
          <a:p>
            <a:pPr lvl="2"/>
            <a:r>
              <a:rPr lang="en-US" sz="1400"/>
              <a:t>Intellectual property rights considerations.</a:t>
            </a:r>
          </a:p>
          <a:p>
            <a:endParaRPr lang="en-US" sz="1800"/>
          </a:p>
          <a:p>
            <a:endParaRPr lang="en-US" sz="2000" b="1"/>
          </a:p>
        </p:txBody>
      </p:sp>
    </p:spTree>
    <p:extLst>
      <p:ext uri="{BB962C8B-B14F-4D97-AF65-F5344CB8AC3E}">
        <p14:creationId xmlns:p14="http://schemas.microsoft.com/office/powerpoint/2010/main" val="8654915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FH_PPT_Vorlage_16-9">
  <a:themeElements>
    <a:clrScheme name="BFH richtig">
      <a:dk1>
        <a:srgbClr val="000000"/>
      </a:dk1>
      <a:lt1>
        <a:srgbClr val="FFFFFF"/>
      </a:lt1>
      <a:dk2>
        <a:srgbClr val="697D91"/>
      </a:dk2>
      <a:lt2>
        <a:srgbClr val="E0E4E8"/>
      </a:lt2>
      <a:accent1>
        <a:srgbClr val="556455"/>
      </a:accent1>
      <a:accent2>
        <a:srgbClr val="506E96"/>
      </a:accent2>
      <a:accent3>
        <a:srgbClr val="645078"/>
      </a:accent3>
      <a:accent4>
        <a:srgbClr val="786450"/>
      </a:accent4>
      <a:accent5>
        <a:srgbClr val="B41428"/>
      </a:accent5>
      <a:accent6>
        <a:srgbClr val="FAC300"/>
      </a:accent6>
      <a:hlink>
        <a:srgbClr val="000000"/>
      </a:hlink>
      <a:folHlink>
        <a:srgbClr val="000000"/>
      </a:folHlink>
    </a:clrScheme>
    <a:fontScheme name="BFH">
      <a:majorFont>
        <a:latin typeface="Lucida Sans"/>
        <a:ea typeface=""/>
        <a:cs typeface=""/>
      </a:majorFont>
      <a:minorFont>
        <a:latin typeface="Lucida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6"/>
        </a:solidFill>
        <a:ln>
          <a:noFill/>
        </a:ln>
        <a:effectLst/>
      </a:spPr>
      <a:bodyPr rtlCol="0" anchor="ctr"/>
      <a:lstStyle>
        <a:defPPr algn="ctr">
          <a:defRPr sz="2200" dirty="0" err="1" smtClean="0"/>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sz="2200" dirty="0" err="1" smtClean="0">
            <a:latin typeface="+mn-lt"/>
          </a:defRPr>
        </a:defPPr>
      </a:lstStyle>
    </a:txDef>
  </a:objectDefaults>
  <a:extraClrSchemeLst/>
  <a:extLst>
    <a:ext uri="{05A4C25C-085E-4340-85A3-A5531E510DB2}">
      <thm15:themeFamily xmlns:thm15="http://schemas.microsoft.com/office/thememl/2012/main" name="BFH_PPT_Vorlage_Refresh 2020.pptx" id="{5C351EED-08EE-5D43-A13C-0AD3240E0095}" vid="{8166BE34-FD93-894C-9811-BE4EB322125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421fce7b-b771-4f81-be52-15a33b1b6b95">
      <Terms xmlns="http://schemas.microsoft.com/office/infopath/2007/PartnerControls"/>
    </lcf76f155ced4ddcb4097134ff3c332f>
    <TaxCatchAll xmlns="da5cdfc7-013d-46ce-9160-57d9aef5e59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C54B87C28FEFA4AAE092391D0079FE1" ma:contentTypeVersion="15" ma:contentTypeDescription="Crée un document." ma:contentTypeScope="" ma:versionID="e8a67af5a7778341a5c1ff2fb99b9b87">
  <xsd:schema xmlns:xsd="http://www.w3.org/2001/XMLSchema" xmlns:xs="http://www.w3.org/2001/XMLSchema" xmlns:p="http://schemas.microsoft.com/office/2006/metadata/properties" xmlns:ns2="421fce7b-b771-4f81-be52-15a33b1b6b95" xmlns:ns3="da5cdfc7-013d-46ce-9160-57d9aef5e595" targetNamespace="http://schemas.microsoft.com/office/2006/metadata/properties" ma:root="true" ma:fieldsID="3e7b7c105bfc366d4a65a365cb66a125" ns2:_="" ns3:_="">
    <xsd:import namespace="421fce7b-b771-4f81-be52-15a33b1b6b95"/>
    <xsd:import namespace="da5cdfc7-013d-46ce-9160-57d9aef5e59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ObjectDetectorVersion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1fce7b-b771-4f81-be52-15a33b1b6b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5762c749-3c58-4e44-b2b3-1d952cc78e7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a5cdfc7-013d-46ce-9160-57d9aef5e595"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TaxCatchAll" ma:index="14" nillable="true" ma:displayName="Taxonomy Catch All Column" ma:hidden="true" ma:list="{fa1394f0-86dd-4812-9a49-c010ed93629d}" ma:internalName="TaxCatchAll" ma:showField="CatchAllData" ma:web="da5cdfc7-013d-46ce-9160-57d9aef5e5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425449B-67E5-441D-86C5-B76C1AF24BD7}">
  <ds:schemaRefs>
    <ds:schemaRef ds:uri="http://www.w3.org/XML/1998/namespace"/>
    <ds:schemaRef ds:uri="http://schemas.microsoft.com/office/2006/documentManagement/types"/>
    <ds:schemaRef ds:uri="421fce7b-b771-4f81-be52-15a33b1b6b95"/>
    <ds:schemaRef ds:uri="http://schemas.microsoft.com/office/infopath/2007/PartnerControls"/>
    <ds:schemaRef ds:uri="http://schemas.openxmlformats.org/package/2006/metadata/core-properties"/>
    <ds:schemaRef ds:uri="http://purl.org/dc/elements/1.1/"/>
    <ds:schemaRef ds:uri="http://purl.org/dc/dcmitype/"/>
    <ds:schemaRef ds:uri="da5cdfc7-013d-46ce-9160-57d9aef5e595"/>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DCC803B1-9625-4586-AE81-D210FC20D42B}">
  <ds:schemaRefs>
    <ds:schemaRef ds:uri="http://schemas.microsoft.com/sharepoint/v3/contenttype/forms"/>
  </ds:schemaRefs>
</ds:datastoreItem>
</file>

<file path=customXml/itemProps3.xml><?xml version="1.0" encoding="utf-8"?>
<ds:datastoreItem xmlns:ds="http://schemas.openxmlformats.org/officeDocument/2006/customXml" ds:itemID="{F52182CB-0E15-427B-ADF6-17874C5988FB}"/>
</file>

<file path=docProps/app.xml><?xml version="1.0" encoding="utf-8"?>
<Properties xmlns="http://schemas.openxmlformats.org/officeDocument/2006/extended-properties" xmlns:vt="http://schemas.openxmlformats.org/officeDocument/2006/docPropsVTypes">
  <TotalTime>0</TotalTime>
  <Words>1569</Words>
  <Application>Microsoft Macintosh PowerPoint</Application>
  <PresentationFormat>Widescreen</PresentationFormat>
  <Paragraphs>129</Paragraphs>
  <Slides>11</Slides>
  <Notes>8</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11</vt:i4>
      </vt:variant>
    </vt:vector>
  </HeadingPairs>
  <TitlesOfParts>
    <vt:vector size="21" baseType="lpstr">
      <vt:lpstr>Arial</vt:lpstr>
      <vt:lpstr>Calibri</vt:lpstr>
      <vt:lpstr>Calibri Light</vt:lpstr>
      <vt:lpstr>Century Gothic</vt:lpstr>
      <vt:lpstr>Courier New</vt:lpstr>
      <vt:lpstr>Georgia</vt:lpstr>
      <vt:lpstr>Lucida Sans</vt:lpstr>
      <vt:lpstr>Wingdings 3</vt:lpstr>
      <vt:lpstr>Office Theme</vt:lpstr>
      <vt:lpstr>BFH_PPT_Vorlage_16-9</vt:lpstr>
      <vt:lpstr>COST CA19130 Fintech and AI in Finance</vt:lpstr>
      <vt:lpstr>Application Phase</vt:lpstr>
      <vt:lpstr>Project Phase</vt:lpstr>
      <vt:lpstr>Application Form – Part A</vt:lpstr>
      <vt:lpstr>Application Form – Part B</vt:lpstr>
      <vt:lpstr>Start application writing</vt:lpstr>
      <vt:lpstr>Open questions</vt:lpstr>
      <vt:lpstr>Open questions</vt:lpstr>
      <vt:lpstr>Appendix</vt:lpstr>
      <vt:lpstr>Stylistic Requirements</vt:lpstr>
      <vt:lpstr>Application form content</vt:lpstr>
    </vt:vector>
  </TitlesOfParts>
  <Company>University of Twente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Marie Sklodowska-Curie Action</dc:title>
  <dc:creator>Osterrieder, Jörg</dc:creator>
  <cp:lastModifiedBy>Taibi Gabin</cp:lastModifiedBy>
  <cp:revision>1</cp:revision>
  <dcterms:created xsi:type="dcterms:W3CDTF">2023-08-05T16:07:15Z</dcterms:created>
  <dcterms:modified xsi:type="dcterms:W3CDTF">2023-12-13T14:01:31Z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0x0101006C54B87C28FEFA4AAE092391D0079FE1</vt:lpwstr>
  </property>
  <property fmtid="{D5CDD505-2E9C-101B-9397-08002B2CF9AE}" pid="3" name="MediaServiceImageTags">
    <vt:lpwstr/>
  </property>
</Properties>
</file>