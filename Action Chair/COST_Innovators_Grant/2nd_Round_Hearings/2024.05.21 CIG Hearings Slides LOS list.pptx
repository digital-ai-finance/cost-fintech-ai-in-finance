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332" r:id="rId2"/>
  </p:sldIdLst>
  <p:sldSz cx="12192000" cy="6858000"/>
  <p:notesSz cx="6858000" cy="9144000"/>
  <p:embeddedFontLst>
    <p:embeddedFont>
      <p:font typeface="Century Gothic" panose="020B050202020202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0" roundtripDataSignature="AMtx7mhRszpFwHXoflS33W5aiciGWsL3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720FF0-AC62-4847-ABC9-A2775D0E8E07}">
  <a:tblStyle styleId="{DA720FF0-AC62-4847-ABC9-A2775D0E8E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95"/>
  </p:normalViewPr>
  <p:slideViewPr>
    <p:cSldViewPr snapToGrid="0">
      <p:cViewPr varScale="1">
        <p:scale>
          <a:sx n="101" d="100"/>
          <a:sy n="101" d="100"/>
        </p:scale>
        <p:origin x="70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90" Type="http://customschemas.google.com/relationships/presentationmetadata" Target="metadata"/><Relationship Id="rId94" Type="http://schemas.openxmlformats.org/officeDocument/2006/relationships/tableStyles" Target="tableStyle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2ded0559f9e_5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22" name="Google Shape;1322;g2ded0559f9e_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3200">
                <a:solidFill>
                  <a:srgbClr val="76B5E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rgbClr val="76B5E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9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rgbClr val="76B5E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9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9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>
                <a:solidFill>
                  <a:srgbClr val="76B5E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body" idx="1"/>
          </p:nvPr>
        </p:nvSpPr>
        <p:spPr>
          <a:xfrm>
            <a:off x="5183188" y="2057400"/>
            <a:ext cx="6172200" cy="380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7" name="Google Shape;37;p9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8" name="Google Shape;38;p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98" descr="A close-up of a blu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80012" y="457200"/>
            <a:ext cx="6169024" cy="1542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>
                <a:solidFill>
                  <a:srgbClr val="76B5E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9"/>
          <p:cNvSpPr>
            <a:spLocks noGrp="1"/>
          </p:cNvSpPr>
          <p:nvPr>
            <p:ph type="pic" idx="2"/>
          </p:nvPr>
        </p:nvSpPr>
        <p:spPr>
          <a:xfrm>
            <a:off x="5183188" y="2049462"/>
            <a:ext cx="6172200" cy="3811588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9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" name="Google Shape;46;p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" name="Google Shape;49;p99" descr="A close-up of a blu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80012" y="457200"/>
            <a:ext cx="6169024" cy="1542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>
                <a:solidFill>
                  <a:srgbClr val="76B5E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3200">
                <a:solidFill>
                  <a:srgbClr val="76B5E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>
                <a:solidFill>
                  <a:srgbClr val="76B5E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0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ircles">
  <p:cSld name="1_Four Circle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 txBox="1">
            <a:spLocks noGrp="1"/>
          </p:cNvSpPr>
          <p:nvPr>
            <p:ph type="title"/>
          </p:nvPr>
        </p:nvSpPr>
        <p:spPr>
          <a:xfrm>
            <a:off x="3291840" y="365125"/>
            <a:ext cx="806196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DD2CE"/>
              </a:buClr>
              <a:buSzPts val="4400"/>
              <a:buFont typeface="Century Gothic"/>
              <a:buNone/>
              <a:defRPr sz="3200" b="1">
                <a:solidFill>
                  <a:srgbClr val="7DD2C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"/>
          <p:cNvSpPr txBox="1"/>
          <p:nvPr/>
        </p:nvSpPr>
        <p:spPr>
          <a:xfrm>
            <a:off x="882396" y="365124"/>
            <a:ext cx="24094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DIGITAL: </a:t>
            </a:r>
            <a:endParaRPr sz="32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" name="Google Shape;76;p8"/>
          <p:cNvSpPr/>
          <p:nvPr/>
        </p:nvSpPr>
        <p:spPr>
          <a:xfrm rot="5400000">
            <a:off x="4101860" y="181489"/>
            <a:ext cx="3988280" cy="4092243"/>
          </a:xfrm>
          <a:prstGeom prst="arc">
            <a:avLst>
              <a:gd name="adj1" fmla="val 16370026"/>
              <a:gd name="adj2" fmla="val 5235212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" name="Google Shape;77;p8"/>
          <p:cNvSpPr/>
          <p:nvPr/>
        </p:nvSpPr>
        <p:spPr>
          <a:xfrm rot="-2438104">
            <a:off x="515503" y="2511233"/>
            <a:ext cx="3988280" cy="4092243"/>
          </a:xfrm>
          <a:prstGeom prst="arc">
            <a:avLst>
              <a:gd name="adj1" fmla="val 16737194"/>
              <a:gd name="adj2" fmla="val 603678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" name="Google Shape;78;p8"/>
          <p:cNvSpPr/>
          <p:nvPr/>
        </p:nvSpPr>
        <p:spPr>
          <a:xfrm rot="6016014" flipH="1">
            <a:off x="4101860" y="4753183"/>
            <a:ext cx="3988280" cy="4092243"/>
          </a:xfrm>
          <a:prstGeom prst="arc">
            <a:avLst>
              <a:gd name="adj1" fmla="val 16737194"/>
              <a:gd name="adj2" fmla="val 603678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8"/>
          <p:cNvSpPr/>
          <p:nvPr/>
        </p:nvSpPr>
        <p:spPr>
          <a:xfrm rot="2438104" flipH="1">
            <a:off x="7744937" y="2449023"/>
            <a:ext cx="3988280" cy="4092243"/>
          </a:xfrm>
          <a:prstGeom prst="arc">
            <a:avLst>
              <a:gd name="adj1" fmla="val 16737194"/>
              <a:gd name="adj2" fmla="val 603678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0" name="Google Shape;80;p8"/>
          <p:cNvCxnSpPr/>
          <p:nvPr/>
        </p:nvCxnSpPr>
        <p:spPr>
          <a:xfrm>
            <a:off x="8419743" y="3907803"/>
            <a:ext cx="3328885" cy="0"/>
          </a:xfrm>
          <a:prstGeom prst="straightConnector1">
            <a:avLst/>
          </a:prstGeom>
          <a:noFill/>
          <a:ln w="28575" cap="flat" cmpd="sng">
            <a:solidFill>
              <a:srgbClr val="7DD2CE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" name="Google Shape;81;p8"/>
          <p:cNvCxnSpPr/>
          <p:nvPr/>
        </p:nvCxnSpPr>
        <p:spPr>
          <a:xfrm>
            <a:off x="406531" y="3895669"/>
            <a:ext cx="3330000" cy="0"/>
          </a:xfrm>
          <a:prstGeom prst="straightConnector1">
            <a:avLst/>
          </a:prstGeom>
          <a:noFill/>
          <a:ln w="28575" cap="flat" cmpd="sng">
            <a:solidFill>
              <a:srgbClr val="7DD2CE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" name="Google Shape;82;p8"/>
          <p:cNvCxnSpPr/>
          <p:nvPr/>
        </p:nvCxnSpPr>
        <p:spPr>
          <a:xfrm>
            <a:off x="4431000" y="6476519"/>
            <a:ext cx="3330000" cy="0"/>
          </a:xfrm>
          <a:prstGeom prst="straightConnector1">
            <a:avLst/>
          </a:prstGeom>
          <a:noFill/>
          <a:ln w="28575" cap="flat" cmpd="sng">
            <a:solidFill>
              <a:srgbClr val="7DD2CE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3" name="Google Shape;83;p8"/>
          <p:cNvCxnSpPr/>
          <p:nvPr/>
        </p:nvCxnSpPr>
        <p:spPr>
          <a:xfrm>
            <a:off x="4431000" y="2658578"/>
            <a:ext cx="3330000" cy="0"/>
          </a:xfrm>
          <a:prstGeom prst="straightConnector1">
            <a:avLst/>
          </a:prstGeom>
          <a:noFill/>
          <a:ln w="28575" cap="flat" cmpd="sng">
            <a:solidFill>
              <a:srgbClr val="7DD2C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4" name="Google Shape;8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1"/>
          </p:nvPr>
        </p:nvSpPr>
        <p:spPr>
          <a:xfrm>
            <a:off x="415481" y="3548035"/>
            <a:ext cx="332105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271"/>
              </a:buClr>
              <a:buSzPts val="1400"/>
              <a:buNone/>
              <a:defRPr sz="1400">
                <a:solidFill>
                  <a:srgbClr val="1E427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2"/>
          </p:nvPr>
        </p:nvSpPr>
        <p:spPr>
          <a:xfrm>
            <a:off x="406531" y="3944740"/>
            <a:ext cx="3329999" cy="27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271"/>
              </a:buClr>
              <a:buSzPts val="1200"/>
              <a:buNone/>
              <a:defRPr sz="1200">
                <a:solidFill>
                  <a:srgbClr val="1E427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3"/>
          </p:nvPr>
        </p:nvSpPr>
        <p:spPr>
          <a:xfrm>
            <a:off x="8427578" y="3555081"/>
            <a:ext cx="332105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271"/>
              </a:buClr>
              <a:buSzPts val="1400"/>
              <a:buNone/>
              <a:defRPr sz="1400">
                <a:solidFill>
                  <a:srgbClr val="1E427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8"/>
          <p:cNvSpPr txBox="1">
            <a:spLocks noGrp="1"/>
          </p:cNvSpPr>
          <p:nvPr>
            <p:ph type="body" idx="4"/>
          </p:nvPr>
        </p:nvSpPr>
        <p:spPr>
          <a:xfrm>
            <a:off x="8418628" y="3951786"/>
            <a:ext cx="3329999" cy="27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271"/>
              </a:buClr>
              <a:buSzPts val="1200"/>
              <a:buNone/>
              <a:defRPr sz="1200">
                <a:solidFill>
                  <a:srgbClr val="1E427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body" idx="5"/>
          </p:nvPr>
        </p:nvSpPr>
        <p:spPr>
          <a:xfrm>
            <a:off x="4435475" y="2316338"/>
            <a:ext cx="332105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271"/>
              </a:buClr>
              <a:buSzPts val="1400"/>
              <a:buNone/>
              <a:defRPr sz="1400">
                <a:solidFill>
                  <a:srgbClr val="1E427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body" idx="6"/>
          </p:nvPr>
        </p:nvSpPr>
        <p:spPr>
          <a:xfrm>
            <a:off x="4426525" y="2713043"/>
            <a:ext cx="3329999" cy="27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271"/>
              </a:buClr>
              <a:buSzPts val="1200"/>
              <a:buNone/>
              <a:defRPr sz="1200">
                <a:solidFill>
                  <a:srgbClr val="1E427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body" idx="7"/>
          </p:nvPr>
        </p:nvSpPr>
        <p:spPr>
          <a:xfrm>
            <a:off x="4435475" y="6123352"/>
            <a:ext cx="332105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271"/>
              </a:buClr>
              <a:buSzPts val="1400"/>
              <a:buNone/>
              <a:defRPr sz="1400">
                <a:solidFill>
                  <a:srgbClr val="1E427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8"/>
          <p:cNvSpPr txBox="1">
            <a:spLocks noGrp="1"/>
          </p:cNvSpPr>
          <p:nvPr>
            <p:ph type="body" idx="8"/>
          </p:nvPr>
        </p:nvSpPr>
        <p:spPr>
          <a:xfrm>
            <a:off x="4431001" y="6520057"/>
            <a:ext cx="3329999" cy="27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271"/>
              </a:buClr>
              <a:buSzPts val="1200"/>
              <a:buNone/>
              <a:defRPr sz="1200">
                <a:solidFill>
                  <a:srgbClr val="1E427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27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hyperlink" Target="https://arobs.com/" TargetMode="External"/><Relationship Id="rId18" Type="http://schemas.openxmlformats.org/officeDocument/2006/relationships/hyperlink" Target="https://www.lb.lt/en/personal-data-protection" TargetMode="External"/><Relationship Id="rId26" Type="http://schemas.openxmlformats.org/officeDocument/2006/relationships/hyperlink" Target="https://www.privacyengine.io/" TargetMode="External"/><Relationship Id="rId3" Type="http://schemas.openxmlformats.org/officeDocument/2006/relationships/hyperlink" Target="https://easypay.al/en/" TargetMode="External"/><Relationship Id="rId21" Type="http://schemas.openxmlformats.org/officeDocument/2006/relationships/hyperlink" Target="https://www.swedbank.lt/private/d2d/start" TargetMode="External"/><Relationship Id="rId34" Type="http://schemas.openxmlformats.org/officeDocument/2006/relationships/hyperlink" Target="https://ferd.unhz.eu/" TargetMode="External"/><Relationship Id="rId7" Type="http://schemas.openxmlformats.org/officeDocument/2006/relationships/hyperlink" Target="https://ickosovo.com/" TargetMode="External"/><Relationship Id="rId12" Type="http://schemas.openxmlformats.org/officeDocument/2006/relationships/hyperlink" Target="https://www.financelatvia.eu/en/" TargetMode="External"/><Relationship Id="rId17" Type="http://schemas.openxmlformats.org/officeDocument/2006/relationships/hyperlink" Target="https://mbhinkubator.hu/" TargetMode="External"/><Relationship Id="rId25" Type="http://schemas.openxmlformats.org/officeDocument/2006/relationships/hyperlink" Target="https://www.bolsasymercados.es/esp/Home" TargetMode="External"/><Relationship Id="rId33" Type="http://schemas.openxmlformats.org/officeDocument/2006/relationships/hyperlink" Target="https://aiqlabs.pl/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campanie.bancatransilvania.ro/good-vibes-only/?b=tRczoEum0Awggsdd6JdBa230onYS2NJ4n3Af9F/lBe4KnYuoLpCPOf0gMfov38MA:E0rU7WY32eCsc9sQC+cPIw==" TargetMode="External"/><Relationship Id="rId20" Type="http://schemas.openxmlformats.org/officeDocument/2006/relationships/hyperlink" Target="https://en.fjartaekniklasinn.is/" TargetMode="External"/><Relationship Id="rId29" Type="http://schemas.openxmlformats.org/officeDocument/2006/relationships/hyperlink" Target="https://cardoai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hnb.hr/en/" TargetMode="External"/><Relationship Id="rId11" Type="http://schemas.openxmlformats.org/officeDocument/2006/relationships/hyperlink" Target="http://www.uc.pt/" TargetMode="External"/><Relationship Id="rId24" Type="http://schemas.openxmlformats.org/officeDocument/2006/relationships/hyperlink" Target="https://www.nbeglobal.org/" TargetMode="External"/><Relationship Id="rId32" Type="http://schemas.openxmlformats.org/officeDocument/2006/relationships/hyperlink" Target="https://oneef.unimib.it/author/emanuela-rinaldiunimib-it/" TargetMode="External"/><Relationship Id="rId5" Type="http://schemas.openxmlformats.org/officeDocument/2006/relationships/hyperlink" Target="https://www.qaif.org/" TargetMode="External"/><Relationship Id="rId15" Type="http://schemas.openxmlformats.org/officeDocument/2006/relationships/hyperlink" Target="https://www.invega.lt/" TargetMode="External"/><Relationship Id="rId23" Type="http://schemas.openxmlformats.org/officeDocument/2006/relationships/hyperlink" Target="https://theentrepreneur.studio/" TargetMode="External"/><Relationship Id="rId28" Type="http://schemas.openxmlformats.org/officeDocument/2006/relationships/hyperlink" Target="https://www.iaf.es/" TargetMode="External"/><Relationship Id="rId36" Type="http://schemas.openxmlformats.org/officeDocument/2006/relationships/hyperlink" Target="https://www.linkedin.com/company/hangikredi.com/about/" TargetMode="External"/><Relationship Id="rId10" Type="http://schemas.openxmlformats.org/officeDocument/2006/relationships/hyperlink" Target="https://www.altero.lv/" TargetMode="External"/><Relationship Id="rId19" Type="http://schemas.openxmlformats.org/officeDocument/2006/relationships/hyperlink" Target="https://euba.sk/en/" TargetMode="External"/><Relationship Id="rId31" Type="http://schemas.openxmlformats.org/officeDocument/2006/relationships/hyperlink" Target="https://www.modefinance.com/it" TargetMode="External"/><Relationship Id="rId4" Type="http://schemas.openxmlformats.org/officeDocument/2006/relationships/hyperlink" Target="https://ibas.world/" TargetMode="External"/><Relationship Id="rId9" Type="http://schemas.openxmlformats.org/officeDocument/2006/relationships/hyperlink" Target="https://ccci.org.cy/" TargetMode="External"/><Relationship Id="rId14" Type="http://schemas.openxmlformats.org/officeDocument/2006/relationships/hyperlink" Target="https://www.institutlouisbachelier.org/" TargetMode="External"/><Relationship Id="rId22" Type="http://schemas.openxmlformats.org/officeDocument/2006/relationships/hyperlink" Target="https://nbs.sk/en/" TargetMode="External"/><Relationship Id="rId27" Type="http://schemas.openxmlformats.org/officeDocument/2006/relationships/hyperlink" Target="https://unibank.mk/" TargetMode="External"/><Relationship Id="rId30" Type="http://schemas.openxmlformats.org/officeDocument/2006/relationships/hyperlink" Target="https://www.ibercaja.es/" TargetMode="External"/><Relationship Id="rId35" Type="http://schemas.openxmlformats.org/officeDocument/2006/relationships/hyperlink" Target="https://datajuicelab.com/" TargetMode="External"/><Relationship Id="rId8" Type="http://schemas.openxmlformats.org/officeDocument/2006/relationships/hyperlink" Target="https://www.sgh.waw.pl/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2ded0559f9e_5_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</a:rPr>
              <a:t>Letter of Support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1325" name="Google Shape;1325;g2ded0559f9e_5_6"/>
          <p:cNvGraphicFramePr/>
          <p:nvPr>
            <p:extLst>
              <p:ext uri="{D42A27DB-BD31-4B8C-83A1-F6EECF244321}">
                <p14:modId xmlns:p14="http://schemas.microsoft.com/office/powerpoint/2010/main" val="2433920344"/>
              </p:ext>
            </p:extLst>
          </p:nvPr>
        </p:nvGraphicFramePr>
        <p:xfrm>
          <a:off x="839788" y="733619"/>
          <a:ext cx="10800000" cy="5951175"/>
        </p:xfrm>
        <a:graphic>
          <a:graphicData uri="http://schemas.openxmlformats.org/drawingml/2006/table">
            <a:tbl>
              <a:tblPr>
                <a:noFill/>
                <a:tableStyleId>{DA720FF0-AC62-4847-ABC9-A2775D0E8E07}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13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Albania (AL)</a:t>
                      </a:r>
                      <a:endParaRPr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EasyPay Albania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Kosovo (KV)</a:t>
                      </a:r>
                      <a:endParaRPr dirty="0"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 dirty="0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IBAS</a:t>
                      </a:r>
                      <a:endParaRPr sz="1400" b="0" u="sng" strike="noStrike" cap="none" dirty="0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Poland (PL)</a:t>
                      </a:r>
                      <a:endParaRPr dirty="0"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 dirty="0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Quantum AI Foundation</a:t>
                      </a:r>
                      <a:endParaRPr sz="1400" b="0" u="sng" strike="noStrike" cap="none" dirty="0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0" marR="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Croatia (HR)</a:t>
                      </a:r>
                      <a:endParaRPr dirty="0"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Croatian National Bank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Kosovo (KV)</a:t>
                      </a:r>
                      <a:endParaRPr dirty="0"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ICK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Poland (PL)</a:t>
                      </a:r>
                      <a:endParaRPr dirty="0"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 dirty="0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SGH</a:t>
                      </a:r>
                      <a:endParaRPr sz="1400" b="0" u="sng" strike="noStrike" cap="none" dirty="0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Cyprus (CY)</a:t>
                      </a:r>
                      <a:endParaRPr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CCCi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Latvia (LV)</a:t>
                      </a:r>
                      <a:endParaRPr dirty="0"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Altero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Portugal (PT)</a:t>
                      </a:r>
                      <a:endParaRPr dirty="0"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UCILeR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Cyprus (CY)</a:t>
                      </a:r>
                      <a:endParaRPr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SGBCy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Latvia (LV)</a:t>
                      </a:r>
                      <a:endParaRPr dirty="0"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Finance Latvia Association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Romania (RO)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AROBS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France (FR)</a:t>
                      </a:r>
                      <a:endParaRPr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C2DF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Lithuania (LT)</a:t>
                      </a:r>
                      <a:endParaRPr dirty="0"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 dirty="0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1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INVEGA</a:t>
                      </a:r>
                      <a:endParaRPr sz="1400" b="0" u="sng" strike="noStrike" cap="none" dirty="0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Romania (RO)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1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Banca Transilvania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0" marR="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Hungary (HU)</a:t>
                      </a:r>
                      <a:endParaRPr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1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MBH inTechLab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Lithuania (LT)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 dirty="0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1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BANK OF LITHUANIA</a:t>
                      </a:r>
                      <a:endParaRPr sz="1400" b="0" u="sng" strike="noStrike" cap="none" dirty="0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Slovakia (SK)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1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EUBA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Iceland (IS)</a:t>
                      </a:r>
                      <a:endParaRPr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2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Reykjavik Fintech Cluster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Lithuania (LT)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 dirty="0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2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Swedbank, AB</a:t>
                      </a:r>
                      <a:endParaRPr sz="1400" b="0" u="sng" strike="noStrike" cap="none" dirty="0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Slovakia (SK)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2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National Bank Slovakia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0" marR="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Ireland (IE)</a:t>
                      </a:r>
                      <a:endParaRPr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2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Entrepreneur Studio (TES)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North Macedonia (MK)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 dirty="0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2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NBE Foundation</a:t>
                      </a:r>
                      <a:endParaRPr sz="1400" b="0" u="sng" strike="noStrike" cap="none" dirty="0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Spain (ES)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2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Bolsas y Mercados Españoles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0" marR="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Ireland (IE)</a:t>
                      </a:r>
                      <a:endParaRPr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2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PrivacyEngine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North Macedonia (MK)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sng" strike="noStrike" cap="none" dirty="0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2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UNIBank</a:t>
                      </a:r>
                      <a:endParaRPr sz="1400" b="0" u="sng" strike="noStrike" cap="none" dirty="0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Spain (ES)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2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Instituto Aragonés de Fomento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0" marR="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Italy (IT)</a:t>
                      </a:r>
                      <a:endParaRPr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2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Cardo AI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North Macedonia (MK)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 dirty="0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RCKU</a:t>
                      </a:r>
                      <a:endParaRPr dirty="0"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Spain (ES)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3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Ibercaja Gestión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0" marR="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8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Italy (IT)</a:t>
                      </a:r>
                      <a:endParaRPr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3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modefinance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North Macedonia (MK)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GIG</a:t>
                      </a:r>
                      <a:endParaRPr dirty="0"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Spain (ES)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ITA</a:t>
                      </a:r>
                      <a:endParaRPr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8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Italy (IT)</a:t>
                      </a:r>
                      <a:endParaRPr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 dirty="0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3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oneef</a:t>
                      </a:r>
                      <a:endParaRPr sz="1400" b="0" u="sng" strike="noStrike" cap="none" dirty="0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Poland (PL)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3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AIQLABS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Türkiye (TR)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 dirty="0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ZBEÜ</a:t>
                      </a:r>
                      <a:endParaRPr dirty="0"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Kosovo (KV)</a:t>
                      </a:r>
                      <a:endParaRPr dirty="0"/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3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The Reginal Economic Forum – DUKAGJINI</a:t>
                      </a:r>
                      <a:endParaRPr sz="1400" b="0" u="sng" strike="noStrike" cap="none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Poland (PL)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 dirty="0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3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Data Juice Lab</a:t>
                      </a:r>
                      <a:endParaRPr sz="1400" b="0" u="sng" strike="noStrike" cap="none" dirty="0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0" marR="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Türkiye (TR)</a:t>
                      </a:r>
                      <a:endParaRPr/>
                    </a:p>
                  </a:txBody>
                  <a:tcPr marL="10900" marR="10900" marT="7250" marB="72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sng" strike="noStrike" cap="none" dirty="0">
                          <a:solidFill>
                            <a:srgbClr val="0563C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  <a:hlinkClick r:id="rId3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HangiKredi</a:t>
                      </a:r>
                      <a:endParaRPr sz="1400" b="0" u="sng" strike="noStrike" cap="none" dirty="0">
                        <a:solidFill>
                          <a:srgbClr val="0563C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900" marR="10900" marT="7250" marB="725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Macintosh PowerPoint</Application>
  <PresentationFormat>宽屏</PresentationFormat>
  <Paragraphs>79</Paragraphs>
  <Slides>1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Calibri</vt:lpstr>
      <vt:lpstr>Office Theme</vt:lpstr>
      <vt:lpstr>Letter of Support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Hadji Misheva Branka</dc:creator>
  <cp:lastModifiedBy>Liu Yiting</cp:lastModifiedBy>
  <cp:revision>2</cp:revision>
  <dcterms:created xsi:type="dcterms:W3CDTF">2024-01-22T08:14:59Z</dcterms:created>
  <dcterms:modified xsi:type="dcterms:W3CDTF">2024-05-21T12:21:51Z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0x0101006C54B87C28FEFA4AAE092391D0079FE1</vt:lpwstr>
  </property>
  <property fmtid="{D5CDD505-2E9C-101B-9397-08002B2CF9AE}" pid="3" name="MediaServiceImageTags">
    <vt:lpwstr/>
  </property>
</Properties>
</file>