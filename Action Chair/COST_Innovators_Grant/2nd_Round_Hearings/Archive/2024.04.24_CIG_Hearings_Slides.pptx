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8" r:id="rId6"/>
    <p:sldId id="257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75" r:id="rId15"/>
  </p:sldIdLst>
  <p:sldSz cx="9904413" cy="6859588"/>
  <p:notesSz cx="6724650" cy="9774238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orient="horz" pos="436">
          <p15:clr>
            <a:srgbClr val="A4A3A4"/>
          </p15:clr>
        </p15:guide>
        <p15:guide id="3" orient="horz" pos="1344">
          <p15:clr>
            <a:srgbClr val="A4A3A4"/>
          </p15:clr>
        </p15:guide>
        <p15:guide id="4" orient="horz" pos="1117">
          <p15:clr>
            <a:srgbClr val="A4A3A4"/>
          </p15:clr>
        </p15:guide>
        <p15:guide id="5" orient="horz" pos="1570">
          <p15:clr>
            <a:srgbClr val="A4A3A4"/>
          </p15:clr>
        </p15:guide>
        <p15:guide id="6" pos="3028">
          <p15:clr>
            <a:srgbClr val="A4A3A4"/>
          </p15:clr>
        </p15:guide>
        <p15:guide id="7" pos="443">
          <p15:clr>
            <a:srgbClr val="A4A3A4"/>
          </p15:clr>
        </p15:guide>
        <p15:guide id="8" pos="5795">
          <p15:clr>
            <a:srgbClr val="A4A3A4"/>
          </p15:clr>
        </p15:guide>
        <p15:guide id="9" pos="321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Bkpf11Tlo8oETNcQICMP3mVH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EF17E-A3BF-685D-6007-AAAC7386BF80}" v="2" dt="2024-04-25T13:11:19.489"/>
    <p1510:client id="{8200D920-1299-0368-761F-B81A761BCF18}" v="300" dt="2024-04-24T13:35:53.192"/>
  </p1510:revLst>
</p1510:revInfo>
</file>

<file path=ppt/tableStyles.xml><?xml version="1.0" encoding="utf-8"?>
<a:tblStyleLst xmlns:a="http://schemas.openxmlformats.org/drawingml/2006/main" def="{ED01326C-63F5-46EA-B1ED-8FB6CE4B6F62}">
  <a:tblStyle styleId="{ED01326C-63F5-46EA-B1ED-8FB6CE4B6F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838"/>
        <p:guide orient="horz" pos="436"/>
        <p:guide orient="horz" pos="1344"/>
        <p:guide orient="horz" pos="1117"/>
        <p:guide orient="horz" pos="1570"/>
        <p:guide pos="3028"/>
        <p:guide pos="443"/>
        <p:guide pos="5795"/>
        <p:guide pos="321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bi Gabin" userId="S::tig1@bfh.ch::163c3ddc-3afa-49b5-8439-27c751c16697" providerId="AD" clId="Web-{16CEF17E-A3BF-685D-6007-AAAC7386BF80}"/>
    <pc:docChg chg="modSld">
      <pc:chgData name="Taibi Gabin" userId="S::tig1@bfh.ch::163c3ddc-3afa-49b5-8439-27c751c16697" providerId="AD" clId="Web-{16CEF17E-A3BF-685D-6007-AAAC7386BF80}" dt="2024-04-25T13:11:19.489" v="1" actId="1076"/>
      <pc:docMkLst>
        <pc:docMk/>
      </pc:docMkLst>
      <pc:sldChg chg="modSp">
        <pc:chgData name="Taibi Gabin" userId="S::tig1@bfh.ch::163c3ddc-3afa-49b5-8439-27c751c16697" providerId="AD" clId="Web-{16CEF17E-A3BF-685D-6007-AAAC7386BF80}" dt="2024-04-25T13:11:19.489" v="1" actId="1076"/>
        <pc:sldMkLst>
          <pc:docMk/>
          <pc:sldMk cId="0" sldId="256"/>
        </pc:sldMkLst>
        <pc:spChg chg="mod">
          <ac:chgData name="Taibi Gabin" userId="S::tig1@bfh.ch::163c3ddc-3afa-49b5-8439-27c751c16697" providerId="AD" clId="Web-{16CEF17E-A3BF-685D-6007-AAAC7386BF80}" dt="2024-04-25T13:11:19.489" v="1" actId="1076"/>
          <ac:spMkLst>
            <pc:docMk/>
            <pc:sldMk cId="0" sldId="256"/>
            <ac:spMk id="58" creationId="{00000000-0000-0000-0000-000000000000}"/>
          </ac:spMkLst>
        </pc:spChg>
      </pc:sldChg>
    </pc:docChg>
  </pc:docChgLst>
  <pc:docChgLst>
    <pc:chgData name="Taibi Gabin" userId="S::tig1@bfh.ch::163c3ddc-3afa-49b5-8439-27c751c16697" providerId="AD" clId="Web-{8200D920-1299-0368-761F-B81A761BCF18}"/>
    <pc:docChg chg="addSld delSld modSld sldOrd">
      <pc:chgData name="Taibi Gabin" userId="S::tig1@bfh.ch::163c3ddc-3afa-49b5-8439-27c751c16697" providerId="AD" clId="Web-{8200D920-1299-0368-761F-B81A761BCF18}" dt="2024-04-24T13:35:51.004" v="279" actId="20577"/>
      <pc:docMkLst>
        <pc:docMk/>
      </pc:docMkLst>
      <pc:sldChg chg="modSp">
        <pc:chgData name="Taibi Gabin" userId="S::tig1@bfh.ch::163c3ddc-3afa-49b5-8439-27c751c16697" providerId="AD" clId="Web-{8200D920-1299-0368-761F-B81A761BCF18}" dt="2024-04-24T13:07:26.527" v="18" actId="20577"/>
        <pc:sldMkLst>
          <pc:docMk/>
          <pc:sldMk cId="0" sldId="257"/>
        </pc:sldMkLst>
        <pc:spChg chg="mod">
          <ac:chgData name="Taibi Gabin" userId="S::tig1@bfh.ch::163c3ddc-3afa-49b5-8439-27c751c16697" providerId="AD" clId="Web-{8200D920-1299-0368-761F-B81A761BCF18}" dt="2024-04-24T13:07:26.527" v="18" actId="20577"/>
          <ac:spMkLst>
            <pc:docMk/>
            <pc:sldMk cId="0" sldId="257"/>
            <ac:spMk id="68" creationId="{00000000-0000-0000-0000-000000000000}"/>
          </ac:spMkLst>
        </pc:spChg>
      </pc:sldChg>
      <pc:sldChg chg="modSp ord">
        <pc:chgData name="Taibi Gabin" userId="S::tig1@bfh.ch::163c3ddc-3afa-49b5-8439-27c751c16697" providerId="AD" clId="Web-{8200D920-1299-0368-761F-B81A761BCF18}" dt="2024-04-24T13:25:54.792" v="153" actId="20577"/>
        <pc:sldMkLst>
          <pc:docMk/>
          <pc:sldMk cId="0" sldId="258"/>
        </pc:sldMkLst>
        <pc:spChg chg="mod">
          <ac:chgData name="Taibi Gabin" userId="S::tig1@bfh.ch::163c3ddc-3afa-49b5-8439-27c751c16697" providerId="AD" clId="Web-{8200D920-1299-0368-761F-B81A761BCF18}" dt="2024-04-24T13:25:54.792" v="153" actId="20577"/>
          <ac:spMkLst>
            <pc:docMk/>
            <pc:sldMk cId="0" sldId="258"/>
            <ac:spMk id="78" creationId="{00000000-0000-0000-0000-000000000000}"/>
          </ac:spMkLst>
        </pc:spChg>
      </pc:sldChg>
      <pc:sldChg chg="del">
        <pc:chgData name="Taibi Gabin" userId="S::tig1@bfh.ch::163c3ddc-3afa-49b5-8439-27c751c16697" providerId="AD" clId="Web-{8200D920-1299-0368-761F-B81A761BCF18}" dt="2024-04-24T13:07:05.386" v="15"/>
        <pc:sldMkLst>
          <pc:docMk/>
          <pc:sldMk cId="0" sldId="259"/>
        </pc:sldMkLst>
      </pc:sldChg>
      <pc:sldChg chg="del">
        <pc:chgData name="Taibi Gabin" userId="S::tig1@bfh.ch::163c3ddc-3afa-49b5-8439-27c751c16697" providerId="AD" clId="Web-{8200D920-1299-0368-761F-B81A761BCF18}" dt="2024-04-24T13:07:05.370" v="14"/>
        <pc:sldMkLst>
          <pc:docMk/>
          <pc:sldMk cId="0" sldId="260"/>
        </pc:sldMkLst>
      </pc:sldChg>
      <pc:sldChg chg="del">
        <pc:chgData name="Taibi Gabin" userId="S::tig1@bfh.ch::163c3ddc-3afa-49b5-8439-27c751c16697" providerId="AD" clId="Web-{8200D920-1299-0368-761F-B81A761BCF18}" dt="2024-04-24T13:07:05.370" v="13"/>
        <pc:sldMkLst>
          <pc:docMk/>
          <pc:sldMk cId="0" sldId="261"/>
        </pc:sldMkLst>
      </pc:sldChg>
      <pc:sldChg chg="del">
        <pc:chgData name="Taibi Gabin" userId="S::tig1@bfh.ch::163c3ddc-3afa-49b5-8439-27c751c16697" providerId="AD" clId="Web-{8200D920-1299-0368-761F-B81A761BCF18}" dt="2024-04-24T13:07:05.370" v="12"/>
        <pc:sldMkLst>
          <pc:docMk/>
          <pc:sldMk cId="0" sldId="262"/>
        </pc:sldMkLst>
      </pc:sldChg>
      <pc:sldChg chg="del">
        <pc:chgData name="Taibi Gabin" userId="S::tig1@bfh.ch::163c3ddc-3afa-49b5-8439-27c751c16697" providerId="AD" clId="Web-{8200D920-1299-0368-761F-B81A761BCF18}" dt="2024-04-24T13:07:05.370" v="11"/>
        <pc:sldMkLst>
          <pc:docMk/>
          <pc:sldMk cId="0" sldId="263"/>
        </pc:sldMkLst>
      </pc:sldChg>
      <pc:sldChg chg="del">
        <pc:chgData name="Taibi Gabin" userId="S::tig1@bfh.ch::163c3ddc-3afa-49b5-8439-27c751c16697" providerId="AD" clId="Web-{8200D920-1299-0368-761F-B81A761BCF18}" dt="2024-04-24T13:07:05.370" v="10"/>
        <pc:sldMkLst>
          <pc:docMk/>
          <pc:sldMk cId="0" sldId="264"/>
        </pc:sldMkLst>
      </pc:sldChg>
      <pc:sldChg chg="del">
        <pc:chgData name="Taibi Gabin" userId="S::tig1@bfh.ch::163c3ddc-3afa-49b5-8439-27c751c16697" providerId="AD" clId="Web-{8200D920-1299-0368-761F-B81A761BCF18}" dt="2024-04-24T13:07:05.355" v="9"/>
        <pc:sldMkLst>
          <pc:docMk/>
          <pc:sldMk cId="0" sldId="265"/>
        </pc:sldMkLst>
      </pc:sldChg>
      <pc:sldChg chg="del">
        <pc:chgData name="Taibi Gabin" userId="S::tig1@bfh.ch::163c3ddc-3afa-49b5-8439-27c751c16697" providerId="AD" clId="Web-{8200D920-1299-0368-761F-B81A761BCF18}" dt="2024-04-24T13:07:05.355" v="8"/>
        <pc:sldMkLst>
          <pc:docMk/>
          <pc:sldMk cId="0" sldId="266"/>
        </pc:sldMkLst>
      </pc:sldChg>
      <pc:sldChg chg="del">
        <pc:chgData name="Taibi Gabin" userId="S::tig1@bfh.ch::163c3ddc-3afa-49b5-8439-27c751c16697" providerId="AD" clId="Web-{8200D920-1299-0368-761F-B81A761BCF18}" dt="2024-04-24T13:07:05.355" v="7"/>
        <pc:sldMkLst>
          <pc:docMk/>
          <pc:sldMk cId="0" sldId="267"/>
        </pc:sldMkLst>
      </pc:sldChg>
      <pc:sldChg chg="del">
        <pc:chgData name="Taibi Gabin" userId="S::tig1@bfh.ch::163c3ddc-3afa-49b5-8439-27c751c16697" providerId="AD" clId="Web-{8200D920-1299-0368-761F-B81A761BCF18}" dt="2024-04-24T13:07:05.355" v="6"/>
        <pc:sldMkLst>
          <pc:docMk/>
          <pc:sldMk cId="0" sldId="268"/>
        </pc:sldMkLst>
      </pc:sldChg>
      <pc:sldChg chg="del">
        <pc:chgData name="Taibi Gabin" userId="S::tig1@bfh.ch::163c3ddc-3afa-49b5-8439-27c751c16697" providerId="AD" clId="Web-{8200D920-1299-0368-761F-B81A761BCF18}" dt="2024-04-24T13:07:05.339" v="5"/>
        <pc:sldMkLst>
          <pc:docMk/>
          <pc:sldMk cId="0" sldId="269"/>
        </pc:sldMkLst>
      </pc:sldChg>
      <pc:sldChg chg="del">
        <pc:chgData name="Taibi Gabin" userId="S::tig1@bfh.ch::163c3ddc-3afa-49b5-8439-27c751c16697" providerId="AD" clId="Web-{8200D920-1299-0368-761F-B81A761BCF18}" dt="2024-04-24T13:07:05.339" v="4"/>
        <pc:sldMkLst>
          <pc:docMk/>
          <pc:sldMk cId="0" sldId="270"/>
        </pc:sldMkLst>
      </pc:sldChg>
      <pc:sldChg chg="del">
        <pc:chgData name="Taibi Gabin" userId="S::tig1@bfh.ch::163c3ddc-3afa-49b5-8439-27c751c16697" providerId="AD" clId="Web-{8200D920-1299-0368-761F-B81A761BCF18}" dt="2024-04-24T13:07:05.339" v="3"/>
        <pc:sldMkLst>
          <pc:docMk/>
          <pc:sldMk cId="0" sldId="271"/>
        </pc:sldMkLst>
      </pc:sldChg>
      <pc:sldChg chg="del">
        <pc:chgData name="Taibi Gabin" userId="S::tig1@bfh.ch::163c3ddc-3afa-49b5-8439-27c751c16697" providerId="AD" clId="Web-{8200D920-1299-0368-761F-B81A761BCF18}" dt="2024-04-24T13:07:05.339" v="2"/>
        <pc:sldMkLst>
          <pc:docMk/>
          <pc:sldMk cId="0" sldId="272"/>
        </pc:sldMkLst>
      </pc:sldChg>
      <pc:sldChg chg="del">
        <pc:chgData name="Taibi Gabin" userId="S::tig1@bfh.ch::163c3ddc-3afa-49b5-8439-27c751c16697" providerId="AD" clId="Web-{8200D920-1299-0368-761F-B81A761BCF18}" dt="2024-04-24T13:07:05.339" v="1"/>
        <pc:sldMkLst>
          <pc:docMk/>
          <pc:sldMk cId="0" sldId="273"/>
        </pc:sldMkLst>
      </pc:sldChg>
      <pc:sldChg chg="del">
        <pc:chgData name="Taibi Gabin" userId="S::tig1@bfh.ch::163c3ddc-3afa-49b5-8439-27c751c16697" providerId="AD" clId="Web-{8200D920-1299-0368-761F-B81A761BCF18}" dt="2024-04-24T13:07:05.339" v="0"/>
        <pc:sldMkLst>
          <pc:docMk/>
          <pc:sldMk cId="0" sldId="274"/>
        </pc:sldMkLst>
      </pc:sldChg>
      <pc:sldChg chg="addSp delSp modSp add replId">
        <pc:chgData name="Taibi Gabin" userId="S::tig1@bfh.ch::163c3ddc-3afa-49b5-8439-27c751c16697" providerId="AD" clId="Web-{8200D920-1299-0368-761F-B81A761BCF18}" dt="2024-04-24T13:24:54.620" v="151"/>
        <pc:sldMkLst>
          <pc:docMk/>
          <pc:sldMk cId="4216538863" sldId="276"/>
        </pc:sldMkLst>
        <pc:spChg chg="add del mod">
          <ac:chgData name="Taibi Gabin" userId="S::tig1@bfh.ch::163c3ddc-3afa-49b5-8439-27c751c16697" providerId="AD" clId="Web-{8200D920-1299-0368-761F-B81A761BCF18}" dt="2024-04-24T13:21:35.695" v="73"/>
          <ac:spMkLst>
            <pc:docMk/>
            <pc:sldMk cId="4216538863" sldId="276"/>
            <ac:spMk id="3" creationId="{9DDBD7BF-477D-6783-03BC-A16CA7EF24F4}"/>
          </ac:spMkLst>
        </pc:spChg>
        <pc:spChg chg="add del mod">
          <ac:chgData name="Taibi Gabin" userId="S::tig1@bfh.ch::163c3ddc-3afa-49b5-8439-27c751c16697" providerId="AD" clId="Web-{8200D920-1299-0368-761F-B81A761BCF18}" dt="2024-04-24T13:21:29.492" v="70"/>
          <ac:spMkLst>
            <pc:docMk/>
            <pc:sldMk cId="4216538863" sldId="276"/>
            <ac:spMk id="5" creationId="{6D14D0B8-58EF-EBF3-04F4-ABF959770589}"/>
          </ac:spMkLst>
        </pc:spChg>
        <pc:spChg chg="add del mod">
          <ac:chgData name="Taibi Gabin" userId="S::tig1@bfh.ch::163c3ddc-3afa-49b5-8439-27c751c16697" providerId="AD" clId="Web-{8200D920-1299-0368-761F-B81A761BCF18}" dt="2024-04-24T13:21:33.679" v="72"/>
          <ac:spMkLst>
            <pc:docMk/>
            <pc:sldMk cId="4216538863" sldId="276"/>
            <ac:spMk id="7" creationId="{EF048DCA-0DD9-34D9-64F6-BB2D42CA29DC}"/>
          </ac:spMkLst>
        </pc:spChg>
        <pc:spChg chg="add del mod">
          <ac:chgData name="Taibi Gabin" userId="S::tig1@bfh.ch::163c3ddc-3afa-49b5-8439-27c751c16697" providerId="AD" clId="Web-{8200D920-1299-0368-761F-B81A761BCF18}" dt="2024-04-24T13:21:40.101" v="74"/>
          <ac:spMkLst>
            <pc:docMk/>
            <pc:sldMk cId="4216538863" sldId="276"/>
            <ac:spMk id="9" creationId="{A3D5638B-4A62-5495-3DD9-7061F025646E}"/>
          </ac:spMkLst>
        </pc:spChg>
        <pc:spChg chg="add del mod">
          <ac:chgData name="Taibi Gabin" userId="S::tig1@bfh.ch::163c3ddc-3afa-49b5-8439-27c751c16697" providerId="AD" clId="Web-{8200D920-1299-0368-761F-B81A761BCF18}" dt="2024-04-24T13:21:31.507" v="71"/>
          <ac:spMkLst>
            <pc:docMk/>
            <pc:sldMk cId="4216538863" sldId="276"/>
            <ac:spMk id="11" creationId="{5E4DA2A8-2EA9-5F86-1C86-3051E2CAF5B9}"/>
          </ac:spMkLst>
        </pc:spChg>
        <pc:spChg chg="add del mod">
          <ac:chgData name="Taibi Gabin" userId="S::tig1@bfh.ch::163c3ddc-3afa-49b5-8439-27c751c16697" providerId="AD" clId="Web-{8200D920-1299-0368-761F-B81A761BCF18}" dt="2024-04-24T13:21:28.132" v="69"/>
          <ac:spMkLst>
            <pc:docMk/>
            <pc:sldMk cId="4216538863" sldId="276"/>
            <ac:spMk id="13" creationId="{33DBF738-22B5-D7AB-9B49-34BAB1BF3C24}"/>
          </ac:spMkLst>
        </pc:spChg>
        <pc:spChg chg="add mod">
          <ac:chgData name="Taibi Gabin" userId="S::tig1@bfh.ch::163c3ddc-3afa-49b5-8439-27c751c16697" providerId="AD" clId="Web-{8200D920-1299-0368-761F-B81A761BCF18}" dt="2024-04-24T13:23:16.462" v="127" actId="1076"/>
          <ac:spMkLst>
            <pc:docMk/>
            <pc:sldMk cId="4216538863" sldId="276"/>
            <ac:spMk id="19" creationId="{612607FC-C322-CF12-9ECE-D5231FE74F5C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10"/>
          <ac:spMkLst>
            <pc:docMk/>
            <pc:sldMk cId="4216538863" sldId="276"/>
            <ac:spMk id="22" creationId="{A9E6EE03-8F39-EFF4-A7DB-44AA012180DE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9"/>
          <ac:spMkLst>
            <pc:docMk/>
            <pc:sldMk cId="4216538863" sldId="276"/>
            <ac:spMk id="24" creationId="{C285E60E-2818-E4F0-283F-62484FAB9258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8"/>
          <ac:spMkLst>
            <pc:docMk/>
            <pc:sldMk cId="4216538863" sldId="276"/>
            <ac:spMk id="26" creationId="{027D5775-D85E-9F40-89CC-BD7D0F40194F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7"/>
          <ac:spMkLst>
            <pc:docMk/>
            <pc:sldMk cId="4216538863" sldId="276"/>
            <ac:spMk id="28" creationId="{7F48D6A4-4DFB-67F3-8ABA-9FA5335310EC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6"/>
          <ac:spMkLst>
            <pc:docMk/>
            <pc:sldMk cId="4216538863" sldId="276"/>
            <ac:spMk id="30" creationId="{C6BB8C45-57DE-1077-ADDC-E0CB4677854D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5"/>
          <ac:spMkLst>
            <pc:docMk/>
            <pc:sldMk cId="4216538863" sldId="276"/>
            <ac:spMk id="31" creationId="{6AE70736-E1D0-3848-5C5E-16C28D1657C8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4"/>
          <ac:spMkLst>
            <pc:docMk/>
            <pc:sldMk cId="4216538863" sldId="276"/>
            <ac:spMk id="32" creationId="{71D37EEF-88D4-688B-9B06-BB06DD43E8CC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3"/>
          <ac:spMkLst>
            <pc:docMk/>
            <pc:sldMk cId="4216538863" sldId="276"/>
            <ac:spMk id="33" creationId="{2B0ABBD6-87BA-D685-6A7F-200F5B07C51F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2"/>
          <ac:spMkLst>
            <pc:docMk/>
            <pc:sldMk cId="4216538863" sldId="276"/>
            <ac:spMk id="34" creationId="{E0D8D495-4ACC-6E9A-70F0-7F02D04CCDA1}"/>
          </ac:spMkLst>
        </pc:spChg>
        <pc:spChg chg="add mod">
          <ac:chgData name="Taibi Gabin" userId="S::tig1@bfh.ch::163c3ddc-3afa-49b5-8439-27c751c16697" providerId="AD" clId="Web-{8200D920-1299-0368-761F-B81A761BCF18}" dt="2024-04-24T13:22:03.961" v="101"/>
          <ac:spMkLst>
            <pc:docMk/>
            <pc:sldMk cId="4216538863" sldId="276"/>
            <ac:spMk id="35" creationId="{16CE42FB-16B3-4773-2DC5-DB9F1F5D3891}"/>
          </ac:spMkLst>
        </pc:spChg>
        <pc:spChg chg="del">
          <ac:chgData name="Taibi Gabin" userId="S::tig1@bfh.ch::163c3ddc-3afa-49b5-8439-27c751c16697" providerId="AD" clId="Web-{8200D920-1299-0368-761F-B81A761BCF18}" dt="2024-04-24T13:21:17.054" v="67"/>
          <ac:spMkLst>
            <pc:docMk/>
            <pc:sldMk cId="4216538863" sldId="276"/>
            <ac:spMk id="64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1:16.898" v="66"/>
          <ac:spMkLst>
            <pc:docMk/>
            <pc:sldMk cId="4216538863" sldId="276"/>
            <ac:spMk id="65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1:16.742" v="65"/>
          <ac:spMkLst>
            <pc:docMk/>
            <pc:sldMk cId="4216538863" sldId="276"/>
            <ac:spMk id="66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1:16.632" v="64"/>
          <ac:spMkLst>
            <pc:docMk/>
            <pc:sldMk cId="4216538863" sldId="276"/>
            <ac:spMk id="67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4:46.057" v="150" actId="20577"/>
          <ac:spMkLst>
            <pc:docMk/>
            <pc:sldMk cId="4216538863" sldId="276"/>
            <ac:spMk id="68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1:16.445" v="63"/>
          <ac:spMkLst>
            <pc:docMk/>
            <pc:sldMk cId="4216538863" sldId="276"/>
            <ac:spMk id="69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1:16.335" v="62"/>
          <ac:spMkLst>
            <pc:docMk/>
            <pc:sldMk cId="4216538863" sldId="276"/>
            <ac:spMk id="70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24:54.620" v="151"/>
          <ac:spMkLst>
            <pc:docMk/>
            <pc:sldMk cId="4216538863" sldId="276"/>
            <ac:spMk id="71" creationId="{00000000-0000-0000-0000-000000000000}"/>
          </ac:spMkLst>
        </pc:spChg>
        <pc:grpChg chg="add mod">
          <ac:chgData name="Taibi Gabin" userId="S::tig1@bfh.ch::163c3ddc-3afa-49b5-8439-27c751c16697" providerId="AD" clId="Web-{8200D920-1299-0368-761F-B81A761BCF18}" dt="2024-04-24T13:24:08.135" v="135" actId="1076"/>
          <ac:grpSpMkLst>
            <pc:docMk/>
            <pc:sldMk cId="4216538863" sldId="276"/>
            <ac:grpSpMk id="14" creationId="{5603C7E8-501D-4021-13F5-124A2A369393}"/>
          </ac:grpSpMkLst>
        </pc:grpChg>
        <pc:grpChg chg="add mod">
          <ac:chgData name="Taibi Gabin" userId="S::tig1@bfh.ch::163c3ddc-3afa-49b5-8439-27c751c16697" providerId="AD" clId="Web-{8200D920-1299-0368-761F-B81A761BCF18}" dt="2024-04-24T13:23:53.103" v="132" actId="1076"/>
          <ac:grpSpMkLst>
            <pc:docMk/>
            <pc:sldMk cId="4216538863" sldId="276"/>
            <ac:grpSpMk id="36" creationId="{92A81B68-B3DA-59F3-4CE1-D09D1862786E}"/>
          </ac:grpSpMkLst>
        </pc:grpChg>
        <pc:grpChg chg="add mod">
          <ac:chgData name="Taibi Gabin" userId="S::tig1@bfh.ch::163c3ddc-3afa-49b5-8439-27c751c16697" providerId="AD" clId="Web-{8200D920-1299-0368-761F-B81A761BCF18}" dt="2024-04-24T13:24:02.369" v="134" actId="1076"/>
          <ac:grpSpMkLst>
            <pc:docMk/>
            <pc:sldMk cId="4216538863" sldId="276"/>
            <ac:grpSpMk id="37" creationId="{2155552C-F1B2-C433-8D62-409488C8C1F5}"/>
          </ac:grpSpMkLst>
        </pc:grpChg>
        <pc:picChg chg="add mod">
          <ac:chgData name="Taibi Gabin" userId="S::tig1@bfh.ch::163c3ddc-3afa-49b5-8439-27c751c16697" providerId="AD" clId="Web-{8200D920-1299-0368-761F-B81A761BCF18}" dt="2024-04-24T13:22:36.540" v="119" actId="14100"/>
          <ac:picMkLst>
            <pc:docMk/>
            <pc:sldMk cId="4216538863" sldId="276"/>
            <ac:picMk id="15" creationId="{AC063466-1BC5-3722-7747-3C01604E6042}"/>
          </ac:picMkLst>
        </pc:picChg>
        <pc:picChg chg="add mod">
          <ac:chgData name="Taibi Gabin" userId="S::tig1@bfh.ch::163c3ddc-3afa-49b5-8439-27c751c16697" providerId="AD" clId="Web-{8200D920-1299-0368-761F-B81A761BCF18}" dt="2024-04-24T13:22:39.508" v="120" actId="1076"/>
          <ac:picMkLst>
            <pc:docMk/>
            <pc:sldMk cId="4216538863" sldId="276"/>
            <ac:picMk id="16" creationId="{F7C21F26-2BD9-227A-4A16-BDB6CEA92A19}"/>
          </ac:picMkLst>
        </pc:picChg>
        <pc:picChg chg="add mod">
          <ac:chgData name="Taibi Gabin" userId="S::tig1@bfh.ch::163c3ddc-3afa-49b5-8439-27c751c16697" providerId="AD" clId="Web-{8200D920-1299-0368-761F-B81A761BCF18}" dt="2024-04-24T13:23:36.416" v="129" actId="1076"/>
          <ac:picMkLst>
            <pc:docMk/>
            <pc:sldMk cId="4216538863" sldId="276"/>
            <ac:picMk id="17" creationId="{ED79CC9F-19D3-C5F0-1139-FDFF319E02A4}"/>
          </ac:picMkLst>
        </pc:picChg>
        <pc:picChg chg="add">
          <ac:chgData name="Taibi Gabin" userId="S::tig1@bfh.ch::163c3ddc-3afa-49b5-8439-27c751c16697" providerId="AD" clId="Web-{8200D920-1299-0368-761F-B81A761BCF18}" dt="2024-04-24T13:21:18.398" v="68"/>
          <ac:picMkLst>
            <pc:docMk/>
            <pc:sldMk cId="4216538863" sldId="276"/>
            <ac:picMk id="20" creationId="{CDBC0D61-056B-53B4-7172-C0FC1BE772A9}"/>
          </ac:picMkLst>
        </pc:picChg>
        <pc:cxnChg chg="add mod">
          <ac:chgData name="Taibi Gabin" userId="S::tig1@bfh.ch::163c3ddc-3afa-49b5-8439-27c751c16697" providerId="AD" clId="Web-{8200D920-1299-0368-761F-B81A761BCF18}" dt="2024-04-24T13:22:52.602" v="122" actId="1076"/>
          <ac:cxnSpMkLst>
            <pc:docMk/>
            <pc:sldMk cId="4216538863" sldId="276"/>
            <ac:cxnSpMk id="18" creationId="{F65F354D-C073-9805-34BA-C9034B8D0569}"/>
          </ac:cxnSpMkLst>
        </pc:cxnChg>
        <pc:cxnChg chg="add">
          <ac:chgData name="Taibi Gabin" userId="S::tig1@bfh.ch::163c3ddc-3afa-49b5-8439-27c751c16697" providerId="AD" clId="Web-{8200D920-1299-0368-761F-B81A761BCF18}" dt="2024-04-24T13:21:18.398" v="68"/>
          <ac:cxnSpMkLst>
            <pc:docMk/>
            <pc:sldMk cId="4216538863" sldId="276"/>
            <ac:cxnSpMk id="21" creationId="{F6869E32-24E0-325D-B071-C91C2858D0CA}"/>
          </ac:cxnSpMkLst>
        </pc:cxnChg>
        <pc:cxnChg chg="add">
          <ac:chgData name="Taibi Gabin" userId="S::tig1@bfh.ch::163c3ddc-3afa-49b5-8439-27c751c16697" providerId="AD" clId="Web-{8200D920-1299-0368-761F-B81A761BCF18}" dt="2024-04-24T13:21:18.398" v="68"/>
          <ac:cxnSpMkLst>
            <pc:docMk/>
            <pc:sldMk cId="4216538863" sldId="276"/>
            <ac:cxnSpMk id="23" creationId="{BF4DE732-80E5-347B-EAAF-FE44F521A8FC}"/>
          </ac:cxnSpMkLst>
        </pc:cxnChg>
        <pc:cxnChg chg="add">
          <ac:chgData name="Taibi Gabin" userId="S::tig1@bfh.ch::163c3ddc-3afa-49b5-8439-27c751c16697" providerId="AD" clId="Web-{8200D920-1299-0368-761F-B81A761BCF18}" dt="2024-04-24T13:21:18.398" v="68"/>
          <ac:cxnSpMkLst>
            <pc:docMk/>
            <pc:sldMk cId="4216538863" sldId="276"/>
            <ac:cxnSpMk id="25" creationId="{8318A084-964A-D02A-A4A9-886411790776}"/>
          </ac:cxnSpMkLst>
        </pc:cxnChg>
        <pc:cxnChg chg="add">
          <ac:chgData name="Taibi Gabin" userId="S::tig1@bfh.ch::163c3ddc-3afa-49b5-8439-27c751c16697" providerId="AD" clId="Web-{8200D920-1299-0368-761F-B81A761BCF18}" dt="2024-04-24T13:21:18.398" v="68"/>
          <ac:cxnSpMkLst>
            <pc:docMk/>
            <pc:sldMk cId="4216538863" sldId="276"/>
            <ac:cxnSpMk id="27" creationId="{260AA102-C6E5-98F8-7D0D-B5E45BDA2164}"/>
          </ac:cxnSpMkLst>
        </pc:cxnChg>
        <pc:cxnChg chg="add">
          <ac:chgData name="Taibi Gabin" userId="S::tig1@bfh.ch::163c3ddc-3afa-49b5-8439-27c751c16697" providerId="AD" clId="Web-{8200D920-1299-0368-761F-B81A761BCF18}" dt="2024-04-24T13:21:18.398" v="68"/>
          <ac:cxnSpMkLst>
            <pc:docMk/>
            <pc:sldMk cId="4216538863" sldId="276"/>
            <ac:cxnSpMk id="29" creationId="{3C017FED-ABFA-4F70-E26F-5753B377D0D5}"/>
          </ac:cxnSpMkLst>
        </pc:cxnChg>
      </pc:sldChg>
      <pc:sldChg chg="addSp delSp modSp add replId">
        <pc:chgData name="Taibi Gabin" userId="S::tig1@bfh.ch::163c3ddc-3afa-49b5-8439-27c751c16697" providerId="AD" clId="Web-{8200D920-1299-0368-761F-B81A761BCF18}" dt="2024-04-24T13:26:32.652" v="168" actId="20577"/>
        <pc:sldMkLst>
          <pc:docMk/>
          <pc:sldMk cId="974857017" sldId="277"/>
        </pc:sldMkLst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8" creationId="{4E1C9E8B-768E-145D-652F-B4F1B7635D4D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9" creationId="{3BBD4DE1-EE27-41FE-62CB-11ED7C20DFAD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11" creationId="{BD9CC00C-3232-B717-7318-F79CC13F0EAD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13" creationId="{DC1AAC21-C27E-5C8A-0824-0F70CE7FB6C8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39" creationId="{FC296F68-F795-DFB3-7C4E-76C67A9A9F52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1" creationId="{32F9FF75-7DC2-A326-BF8C-70F54CFD4EB1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2" creationId="{996FA7D5-42CF-B59A-3AEB-8ADCAAF59C1D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4" creationId="{2614C87F-3DED-A805-DE5D-59FC5702A691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6" creationId="{9F397D29-4F4A-38FE-F7D7-A60F934B6F7A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7" creationId="{D53D5991-558B-B16B-1544-4ED7229C2DBF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48" creationId="{C18C6644-D603-3F04-66E8-BDE65917884D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51" creationId="{20D1FBA7-CBE2-BF14-AC8E-224704440DF9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52" creationId="{A4ECA6BA-FA7F-AFBC-7C1D-2D781BAD5E96}"/>
          </ac:spMkLst>
        </pc:spChg>
        <pc:spChg chg="add">
          <ac:chgData name="Taibi Gabin" userId="S::tig1@bfh.ch::163c3ddc-3afa-49b5-8439-27c751c16697" providerId="AD" clId="Web-{8200D920-1299-0368-761F-B81A761BCF18}" dt="2024-04-24T13:26:09.730" v="158"/>
          <ac:spMkLst>
            <pc:docMk/>
            <pc:sldMk cId="974857017" sldId="277"/>
            <ac:spMk id="54" creationId="{BF5A1188-525C-4035-5041-BD7A973512B7}"/>
          </ac:spMkLst>
        </pc:spChg>
        <pc:spChg chg="mod">
          <ac:chgData name="Taibi Gabin" userId="S::tig1@bfh.ch::163c3ddc-3afa-49b5-8439-27c751c16697" providerId="AD" clId="Web-{8200D920-1299-0368-761F-B81A761BCF18}" dt="2024-04-24T13:26:32.652" v="168" actId="20577"/>
          <ac:spMkLst>
            <pc:docMk/>
            <pc:sldMk cId="974857017" sldId="277"/>
            <ac:spMk id="68" creationId="{00000000-0000-0000-0000-000000000000}"/>
          </ac:spMkLst>
        </pc:spChg>
        <pc:grpChg chg="add mod">
          <ac:chgData name="Taibi Gabin" userId="S::tig1@bfh.ch::163c3ddc-3afa-49b5-8439-27c751c16697" providerId="AD" clId="Web-{8200D920-1299-0368-761F-B81A761BCF18}" dt="2024-04-24T13:26:17.652" v="159" actId="1076"/>
          <ac:grpSpMkLst>
            <pc:docMk/>
            <pc:sldMk cId="974857017" sldId="277"/>
            <ac:grpSpMk id="2" creationId="{5802F272-F167-02FA-1DCB-A44D14519377}"/>
          </ac:grpSpMkLst>
        </pc:grpChg>
        <pc:grpChg chg="add mod">
          <ac:chgData name="Taibi Gabin" userId="S::tig1@bfh.ch::163c3ddc-3afa-49b5-8439-27c751c16697" providerId="AD" clId="Web-{8200D920-1299-0368-761F-B81A761BCF18}" dt="2024-04-24T13:26:17.683" v="160" actId="1076"/>
          <ac:grpSpMkLst>
            <pc:docMk/>
            <pc:sldMk cId="974857017" sldId="277"/>
            <ac:grpSpMk id="3" creationId="{CEC6014D-7355-938E-A41A-ED58D67A2F4D}"/>
          </ac:grpSpMkLst>
        </pc:grpChg>
        <pc:grpChg chg="add mod">
          <ac:chgData name="Taibi Gabin" userId="S::tig1@bfh.ch::163c3ddc-3afa-49b5-8439-27c751c16697" providerId="AD" clId="Web-{8200D920-1299-0368-761F-B81A761BCF18}" dt="2024-04-24T13:26:17.715" v="161" actId="1076"/>
          <ac:grpSpMkLst>
            <pc:docMk/>
            <pc:sldMk cId="974857017" sldId="277"/>
            <ac:grpSpMk id="4" creationId="{6CA2FBC7-3ACA-8132-72F2-5CDF29EF4073}"/>
          </ac:grpSpMkLst>
        </pc:grpChg>
        <pc:grpChg chg="add mod">
          <ac:chgData name="Taibi Gabin" userId="S::tig1@bfh.ch::163c3ddc-3afa-49b5-8439-27c751c16697" providerId="AD" clId="Web-{8200D920-1299-0368-761F-B81A761BCF18}" dt="2024-04-24T13:26:17.746" v="162" actId="1076"/>
          <ac:grpSpMkLst>
            <pc:docMk/>
            <pc:sldMk cId="974857017" sldId="277"/>
            <ac:grpSpMk id="5" creationId="{3587A623-D195-97CB-CCFA-BA7B6ED7D06C}"/>
          </ac:grpSpMkLst>
        </pc:grpChg>
        <pc:grpChg chg="add mod">
          <ac:chgData name="Taibi Gabin" userId="S::tig1@bfh.ch::163c3ddc-3afa-49b5-8439-27c751c16697" providerId="AD" clId="Web-{8200D920-1299-0368-761F-B81A761BCF18}" dt="2024-04-24T13:26:17.762" v="163" actId="1076"/>
          <ac:grpSpMkLst>
            <pc:docMk/>
            <pc:sldMk cId="974857017" sldId="277"/>
            <ac:grpSpMk id="6" creationId="{49501C03-588F-7B8E-77F1-AA5FA3EC2004}"/>
          </ac:grpSpMkLst>
        </pc:grpChg>
        <pc:grpChg chg="add">
          <ac:chgData name="Taibi Gabin" userId="S::tig1@bfh.ch::163c3ddc-3afa-49b5-8439-27c751c16697" providerId="AD" clId="Web-{8200D920-1299-0368-761F-B81A761BCF18}" dt="2024-04-24T13:26:09.730" v="158"/>
          <ac:grpSpMkLst>
            <pc:docMk/>
            <pc:sldMk cId="974857017" sldId="277"/>
            <ac:grpSpMk id="7" creationId="{FB4EA6EA-17AC-5CAD-37A4-8E418A6EEFAE}"/>
          </ac:grpSpMkLst>
        </pc:grpChg>
        <pc:grpChg chg="del">
          <ac:chgData name="Taibi Gabin" userId="S::tig1@bfh.ch::163c3ddc-3afa-49b5-8439-27c751c16697" providerId="AD" clId="Web-{8200D920-1299-0368-761F-B81A761BCF18}" dt="2024-04-24T13:26:04.652" v="155"/>
          <ac:grpSpMkLst>
            <pc:docMk/>
            <pc:sldMk cId="974857017" sldId="277"/>
            <ac:grpSpMk id="14" creationId="{5603C7E8-501D-4021-13F5-124A2A369393}"/>
          </ac:grpSpMkLst>
        </pc:grpChg>
        <pc:grpChg chg="del">
          <ac:chgData name="Taibi Gabin" userId="S::tig1@bfh.ch::163c3ddc-3afa-49b5-8439-27c751c16697" providerId="AD" clId="Web-{8200D920-1299-0368-761F-B81A761BCF18}" dt="2024-04-24T13:26:07.168" v="157"/>
          <ac:grpSpMkLst>
            <pc:docMk/>
            <pc:sldMk cId="974857017" sldId="277"/>
            <ac:grpSpMk id="36" creationId="{92A81B68-B3DA-59F3-4CE1-D09D1862786E}"/>
          </ac:grpSpMkLst>
        </pc:grpChg>
        <pc:grpChg chg="del">
          <ac:chgData name="Taibi Gabin" userId="S::tig1@bfh.ch::163c3ddc-3afa-49b5-8439-27c751c16697" providerId="AD" clId="Web-{8200D920-1299-0368-761F-B81A761BCF18}" dt="2024-04-24T13:26:05.886" v="156"/>
          <ac:grpSpMkLst>
            <pc:docMk/>
            <pc:sldMk cId="974857017" sldId="277"/>
            <ac:grpSpMk id="37" creationId="{2155552C-F1B2-C433-8D62-409488C8C1F5}"/>
          </ac:grpSpMkLst>
        </pc:grpChg>
        <pc:picChg chg="add">
          <ac:chgData name="Taibi Gabin" userId="S::tig1@bfh.ch::163c3ddc-3afa-49b5-8439-27c751c16697" providerId="AD" clId="Web-{8200D920-1299-0368-761F-B81A761BCF18}" dt="2024-04-24T13:26:09.730" v="158"/>
          <ac:picMkLst>
            <pc:docMk/>
            <pc:sldMk cId="974857017" sldId="277"/>
            <ac:picMk id="10" creationId="{3F7B073F-94F3-C172-9D54-C72F65F2C55D}"/>
          </ac:picMkLst>
        </pc:picChg>
        <pc:picChg chg="add">
          <ac:chgData name="Taibi Gabin" userId="S::tig1@bfh.ch::163c3ddc-3afa-49b5-8439-27c751c16697" providerId="AD" clId="Web-{8200D920-1299-0368-761F-B81A761BCF18}" dt="2024-04-24T13:26:09.730" v="158"/>
          <ac:picMkLst>
            <pc:docMk/>
            <pc:sldMk cId="974857017" sldId="277"/>
            <ac:picMk id="38" creationId="{C59626B5-6FD2-B45D-8D64-DA58AB7B2363}"/>
          </ac:picMkLst>
        </pc:picChg>
        <pc:picChg chg="add">
          <ac:chgData name="Taibi Gabin" userId="S::tig1@bfh.ch::163c3ddc-3afa-49b5-8439-27c751c16697" providerId="AD" clId="Web-{8200D920-1299-0368-761F-B81A761BCF18}" dt="2024-04-24T13:26:09.730" v="158"/>
          <ac:picMkLst>
            <pc:docMk/>
            <pc:sldMk cId="974857017" sldId="277"/>
            <ac:picMk id="43" creationId="{26996482-913E-3895-C852-9577A2B3565F}"/>
          </ac:picMkLst>
        </pc:picChg>
        <pc:picChg chg="add">
          <ac:chgData name="Taibi Gabin" userId="S::tig1@bfh.ch::163c3ddc-3afa-49b5-8439-27c751c16697" providerId="AD" clId="Web-{8200D920-1299-0368-761F-B81A761BCF18}" dt="2024-04-24T13:26:09.730" v="158"/>
          <ac:picMkLst>
            <pc:docMk/>
            <pc:sldMk cId="974857017" sldId="277"/>
            <ac:picMk id="49" creationId="{3F516CFA-1685-13D5-CBE1-E26A319E1DD5}"/>
          </ac:picMkLst>
        </pc:picChg>
        <pc:picChg chg="add">
          <ac:chgData name="Taibi Gabin" userId="S::tig1@bfh.ch::163c3ddc-3afa-49b5-8439-27c751c16697" providerId="AD" clId="Web-{8200D920-1299-0368-761F-B81A761BCF18}" dt="2024-04-24T13:26:09.730" v="158"/>
          <ac:picMkLst>
            <pc:docMk/>
            <pc:sldMk cId="974857017" sldId="277"/>
            <ac:picMk id="53" creationId="{B00CDF6B-F09C-EAB9-E65B-13F777A65EFB}"/>
          </ac:picMkLst>
        </pc:picChg>
        <pc:cxnChg chg="add">
          <ac:chgData name="Taibi Gabin" userId="S::tig1@bfh.ch::163c3ddc-3afa-49b5-8439-27c751c16697" providerId="AD" clId="Web-{8200D920-1299-0368-761F-B81A761BCF18}" dt="2024-04-24T13:26:09.730" v="158"/>
          <ac:cxnSpMkLst>
            <pc:docMk/>
            <pc:sldMk cId="974857017" sldId="277"/>
            <ac:cxnSpMk id="12" creationId="{42669ADA-B430-7E0D-AC3B-F7612D1E998C}"/>
          </ac:cxnSpMkLst>
        </pc:cxnChg>
        <pc:cxnChg chg="add">
          <ac:chgData name="Taibi Gabin" userId="S::tig1@bfh.ch::163c3ddc-3afa-49b5-8439-27c751c16697" providerId="AD" clId="Web-{8200D920-1299-0368-761F-B81A761BCF18}" dt="2024-04-24T13:26:09.730" v="158"/>
          <ac:cxnSpMkLst>
            <pc:docMk/>
            <pc:sldMk cId="974857017" sldId="277"/>
            <ac:cxnSpMk id="40" creationId="{B5224B44-983F-4181-9EE2-6D6654D2E009}"/>
          </ac:cxnSpMkLst>
        </pc:cxnChg>
        <pc:cxnChg chg="add">
          <ac:chgData name="Taibi Gabin" userId="S::tig1@bfh.ch::163c3ddc-3afa-49b5-8439-27c751c16697" providerId="AD" clId="Web-{8200D920-1299-0368-761F-B81A761BCF18}" dt="2024-04-24T13:26:09.730" v="158"/>
          <ac:cxnSpMkLst>
            <pc:docMk/>
            <pc:sldMk cId="974857017" sldId="277"/>
            <ac:cxnSpMk id="45" creationId="{7D321CC1-ABD6-A7D3-360C-1D3E7E2A625D}"/>
          </ac:cxnSpMkLst>
        </pc:cxnChg>
        <pc:cxnChg chg="add">
          <ac:chgData name="Taibi Gabin" userId="S::tig1@bfh.ch::163c3ddc-3afa-49b5-8439-27c751c16697" providerId="AD" clId="Web-{8200D920-1299-0368-761F-B81A761BCF18}" dt="2024-04-24T13:26:09.730" v="158"/>
          <ac:cxnSpMkLst>
            <pc:docMk/>
            <pc:sldMk cId="974857017" sldId="277"/>
            <ac:cxnSpMk id="50" creationId="{DA71D8C0-5CA5-3469-B06E-18ED99F924F0}"/>
          </ac:cxnSpMkLst>
        </pc:cxnChg>
        <pc:cxnChg chg="add">
          <ac:chgData name="Taibi Gabin" userId="S::tig1@bfh.ch::163c3ddc-3afa-49b5-8439-27c751c16697" providerId="AD" clId="Web-{8200D920-1299-0368-761F-B81A761BCF18}" dt="2024-04-24T13:26:09.730" v="158"/>
          <ac:cxnSpMkLst>
            <pc:docMk/>
            <pc:sldMk cId="974857017" sldId="277"/>
            <ac:cxnSpMk id="55" creationId="{44C8F445-1962-0A9B-71CF-1DFF867DD418}"/>
          </ac:cxnSpMkLst>
        </pc:cxnChg>
      </pc:sldChg>
      <pc:sldChg chg="delSp modSp add replId">
        <pc:chgData name="Taibi Gabin" userId="S::tig1@bfh.ch::163c3ddc-3afa-49b5-8439-27c751c16697" providerId="AD" clId="Web-{8200D920-1299-0368-761F-B81A761BCF18}" dt="2024-04-24T13:27:18.747" v="178"/>
        <pc:sldMkLst>
          <pc:docMk/>
          <pc:sldMk cId="1093986926" sldId="278"/>
        </pc:sldMkLst>
        <pc:spChg chg="mod">
          <ac:chgData name="Taibi Gabin" userId="S::tig1@bfh.ch::163c3ddc-3afa-49b5-8439-27c751c16697" providerId="AD" clId="Web-{8200D920-1299-0368-761F-B81A761BCF18}" dt="2024-04-24T13:27:14.887" v="173" actId="20577"/>
          <ac:spMkLst>
            <pc:docMk/>
            <pc:sldMk cId="1093986926" sldId="278"/>
            <ac:spMk id="68" creationId="{00000000-0000-0000-0000-000000000000}"/>
          </ac:spMkLst>
        </pc:spChg>
        <pc:grpChg chg="del">
          <ac:chgData name="Taibi Gabin" userId="S::tig1@bfh.ch::163c3ddc-3afa-49b5-8439-27c751c16697" providerId="AD" clId="Web-{8200D920-1299-0368-761F-B81A761BCF18}" dt="2024-04-24T13:27:18.747" v="178"/>
          <ac:grpSpMkLst>
            <pc:docMk/>
            <pc:sldMk cId="1093986926" sldId="278"/>
            <ac:grpSpMk id="2" creationId="{5802F272-F167-02FA-1DCB-A44D14519377}"/>
          </ac:grpSpMkLst>
        </pc:grpChg>
        <pc:grpChg chg="del">
          <ac:chgData name="Taibi Gabin" userId="S::tig1@bfh.ch::163c3ddc-3afa-49b5-8439-27c751c16697" providerId="AD" clId="Web-{8200D920-1299-0368-761F-B81A761BCF18}" dt="2024-04-24T13:27:18.747" v="177"/>
          <ac:grpSpMkLst>
            <pc:docMk/>
            <pc:sldMk cId="1093986926" sldId="278"/>
            <ac:grpSpMk id="3" creationId="{CEC6014D-7355-938E-A41A-ED58D67A2F4D}"/>
          </ac:grpSpMkLst>
        </pc:grpChg>
        <pc:grpChg chg="del">
          <ac:chgData name="Taibi Gabin" userId="S::tig1@bfh.ch::163c3ddc-3afa-49b5-8439-27c751c16697" providerId="AD" clId="Web-{8200D920-1299-0368-761F-B81A761BCF18}" dt="2024-04-24T13:27:18.747" v="176"/>
          <ac:grpSpMkLst>
            <pc:docMk/>
            <pc:sldMk cId="1093986926" sldId="278"/>
            <ac:grpSpMk id="4" creationId="{6CA2FBC7-3ACA-8132-72F2-5CDF29EF4073}"/>
          </ac:grpSpMkLst>
        </pc:grpChg>
        <pc:grpChg chg="del">
          <ac:chgData name="Taibi Gabin" userId="S::tig1@bfh.ch::163c3ddc-3afa-49b5-8439-27c751c16697" providerId="AD" clId="Web-{8200D920-1299-0368-761F-B81A761BCF18}" dt="2024-04-24T13:27:18.747" v="175"/>
          <ac:grpSpMkLst>
            <pc:docMk/>
            <pc:sldMk cId="1093986926" sldId="278"/>
            <ac:grpSpMk id="5" creationId="{3587A623-D195-97CB-CCFA-BA7B6ED7D06C}"/>
          </ac:grpSpMkLst>
        </pc:grpChg>
        <pc:grpChg chg="del">
          <ac:chgData name="Taibi Gabin" userId="S::tig1@bfh.ch::163c3ddc-3afa-49b5-8439-27c751c16697" providerId="AD" clId="Web-{8200D920-1299-0368-761F-B81A761BCF18}" dt="2024-04-24T13:27:18.747" v="174"/>
          <ac:grpSpMkLst>
            <pc:docMk/>
            <pc:sldMk cId="1093986926" sldId="278"/>
            <ac:grpSpMk id="6" creationId="{49501C03-588F-7B8E-77F1-AA5FA3EC2004}"/>
          </ac:grpSpMkLst>
        </pc:grpChg>
      </pc:sldChg>
      <pc:sldChg chg="modSp add ord replId">
        <pc:chgData name="Taibi Gabin" userId="S::tig1@bfh.ch::163c3ddc-3afa-49b5-8439-27c751c16697" providerId="AD" clId="Web-{8200D920-1299-0368-761F-B81A761BCF18}" dt="2024-04-24T13:30:12.155" v="217" actId="20577"/>
        <pc:sldMkLst>
          <pc:docMk/>
          <pc:sldMk cId="4012734980" sldId="279"/>
        </pc:sldMkLst>
        <pc:spChg chg="mod">
          <ac:chgData name="Taibi Gabin" userId="S::tig1@bfh.ch::163c3ddc-3afa-49b5-8439-27c751c16697" providerId="AD" clId="Web-{8200D920-1299-0368-761F-B81A761BCF18}" dt="2024-04-24T13:28:33.232" v="199"/>
          <ac:spMkLst>
            <pc:docMk/>
            <pc:sldMk cId="4012734980" sldId="279"/>
            <ac:spMk id="64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9:09.827" v="206"/>
          <ac:spMkLst>
            <pc:docMk/>
            <pc:sldMk cId="4012734980" sldId="279"/>
            <ac:spMk id="65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8:06.872" v="192" actId="20577"/>
          <ac:spMkLst>
            <pc:docMk/>
            <pc:sldMk cId="4012734980" sldId="279"/>
            <ac:spMk id="66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8:23.966" v="196" actId="20577"/>
          <ac:spMkLst>
            <pc:docMk/>
            <pc:sldMk cId="4012734980" sldId="279"/>
            <ac:spMk id="67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7:58.388" v="190" actId="20577"/>
          <ac:spMkLst>
            <pc:docMk/>
            <pc:sldMk cId="4012734980" sldId="279"/>
            <ac:spMk id="68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8:53.779" v="203"/>
          <ac:spMkLst>
            <pc:docMk/>
            <pc:sldMk cId="4012734980" sldId="279"/>
            <ac:spMk id="69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28:15.435" v="194" actId="20577"/>
          <ac:spMkLst>
            <pc:docMk/>
            <pc:sldMk cId="4012734980" sldId="279"/>
            <ac:spMk id="70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0:12.155" v="217" actId="20577"/>
          <ac:spMkLst>
            <pc:docMk/>
            <pc:sldMk cId="4012734980" sldId="279"/>
            <ac:spMk id="71" creationId="{00000000-0000-0000-0000-000000000000}"/>
          </ac:spMkLst>
        </pc:spChg>
      </pc:sldChg>
      <pc:sldChg chg="delSp modSp add replId">
        <pc:chgData name="Taibi Gabin" userId="S::tig1@bfh.ch::163c3ddc-3afa-49b5-8439-27c751c16697" providerId="AD" clId="Web-{8200D920-1299-0368-761F-B81A761BCF18}" dt="2024-04-24T13:34:08.815" v="250" actId="20577"/>
        <pc:sldMkLst>
          <pc:docMk/>
          <pc:sldMk cId="397839711" sldId="280"/>
        </pc:sldMkLst>
        <pc:spChg chg="mod">
          <ac:chgData name="Taibi Gabin" userId="S::tig1@bfh.ch::163c3ddc-3afa-49b5-8439-27c751c16697" providerId="AD" clId="Web-{8200D920-1299-0368-761F-B81A761BCF18}" dt="2024-04-24T13:33:01.939" v="242" actId="1076"/>
          <ac:spMkLst>
            <pc:docMk/>
            <pc:sldMk cId="397839711" sldId="280"/>
            <ac:spMk id="64" creationId="{00000000-0000-0000-0000-000000000000}"/>
          </ac:spMkLst>
        </pc:spChg>
        <pc:spChg chg="del mod">
          <ac:chgData name="Taibi Gabin" userId="S::tig1@bfh.ch::163c3ddc-3afa-49b5-8439-27c751c16697" providerId="AD" clId="Web-{8200D920-1299-0368-761F-B81A761BCF18}" dt="2024-04-24T13:30:54.906" v="223"/>
          <ac:spMkLst>
            <pc:docMk/>
            <pc:sldMk cId="397839711" sldId="280"/>
            <ac:spMk id="65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2:12.782" v="232" actId="20577"/>
          <ac:spMkLst>
            <pc:docMk/>
            <pc:sldMk cId="397839711" sldId="280"/>
            <ac:spMk id="66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4:08.815" v="250" actId="20577"/>
          <ac:spMkLst>
            <pc:docMk/>
            <pc:sldMk cId="397839711" sldId="280"/>
            <ac:spMk id="67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2:10.376" v="229" actId="20577"/>
          <ac:spMkLst>
            <pc:docMk/>
            <pc:sldMk cId="397839711" sldId="280"/>
            <ac:spMk id="68" creationId="{00000000-0000-0000-0000-000000000000}"/>
          </ac:spMkLst>
        </pc:spChg>
        <pc:spChg chg="del mod">
          <ac:chgData name="Taibi Gabin" userId="S::tig1@bfh.ch::163c3ddc-3afa-49b5-8439-27c751c16697" providerId="AD" clId="Web-{8200D920-1299-0368-761F-B81A761BCF18}" dt="2024-04-24T13:30:52.437" v="221"/>
          <ac:spMkLst>
            <pc:docMk/>
            <pc:sldMk cId="397839711" sldId="280"/>
            <ac:spMk id="69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2:37.783" v="238" actId="20577"/>
          <ac:spMkLst>
            <pc:docMk/>
            <pc:sldMk cId="397839711" sldId="280"/>
            <ac:spMk id="70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1:00.391" v="225" actId="14100"/>
          <ac:spMkLst>
            <pc:docMk/>
            <pc:sldMk cId="397839711" sldId="280"/>
            <ac:spMk id="71" creationId="{00000000-0000-0000-0000-000000000000}"/>
          </ac:spMkLst>
        </pc:spChg>
      </pc:sldChg>
      <pc:sldChg chg="addSp delSp modSp add replId">
        <pc:chgData name="Taibi Gabin" userId="S::tig1@bfh.ch::163c3ddc-3afa-49b5-8439-27c751c16697" providerId="AD" clId="Web-{8200D920-1299-0368-761F-B81A761BCF18}" dt="2024-04-24T13:35:33.004" v="267" actId="20577"/>
        <pc:sldMkLst>
          <pc:docMk/>
          <pc:sldMk cId="2396249127" sldId="281"/>
        </pc:sldMkLst>
        <pc:spChg chg="add del mod">
          <ac:chgData name="Taibi Gabin" userId="S::tig1@bfh.ch::163c3ddc-3afa-49b5-8439-27c751c16697" providerId="AD" clId="Web-{8200D920-1299-0368-761F-B81A761BCF18}" dt="2024-04-24T13:34:53.019" v="255"/>
          <ac:spMkLst>
            <pc:docMk/>
            <pc:sldMk cId="2396249127" sldId="281"/>
            <ac:spMk id="3" creationId="{4947CFAB-CC7B-E914-E839-2921898D7D77}"/>
          </ac:spMkLst>
        </pc:spChg>
        <pc:spChg chg="add del mod">
          <ac:chgData name="Taibi Gabin" userId="S::tig1@bfh.ch::163c3ddc-3afa-49b5-8439-27c751c16697" providerId="AD" clId="Web-{8200D920-1299-0368-761F-B81A761BCF18}" dt="2024-04-24T13:34:54.753" v="256"/>
          <ac:spMkLst>
            <pc:docMk/>
            <pc:sldMk cId="2396249127" sldId="281"/>
            <ac:spMk id="5" creationId="{B3737680-71A3-7DF8-F802-939F194CC6BC}"/>
          </ac:spMkLst>
        </pc:spChg>
        <pc:spChg chg="mod">
          <ac:chgData name="Taibi Gabin" userId="S::tig1@bfh.ch::163c3ddc-3afa-49b5-8439-27c751c16697" providerId="AD" clId="Web-{8200D920-1299-0368-761F-B81A761BCF18}" dt="2024-04-24T13:34:44.112" v="252" actId="14100"/>
          <ac:spMkLst>
            <pc:docMk/>
            <pc:sldMk cId="2396249127" sldId="281"/>
            <ac:spMk id="64" creationId="{00000000-0000-0000-0000-000000000000}"/>
          </ac:spMkLst>
        </pc:spChg>
        <pc:spChg chg="mod">
          <ac:chgData name="Taibi Gabin" userId="S::tig1@bfh.ch::163c3ddc-3afa-49b5-8439-27c751c16697" providerId="AD" clId="Web-{8200D920-1299-0368-761F-B81A761BCF18}" dt="2024-04-24T13:35:33.004" v="267" actId="20577"/>
          <ac:spMkLst>
            <pc:docMk/>
            <pc:sldMk cId="2396249127" sldId="281"/>
            <ac:spMk id="66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34:48.847" v="254"/>
          <ac:spMkLst>
            <pc:docMk/>
            <pc:sldMk cId="2396249127" sldId="281"/>
            <ac:spMk id="67" creationId="{00000000-0000-0000-0000-000000000000}"/>
          </ac:spMkLst>
        </pc:spChg>
        <pc:spChg chg="del">
          <ac:chgData name="Taibi Gabin" userId="S::tig1@bfh.ch::163c3ddc-3afa-49b5-8439-27c751c16697" providerId="AD" clId="Web-{8200D920-1299-0368-761F-B81A761BCF18}" dt="2024-04-24T13:34:47.050" v="253"/>
          <ac:spMkLst>
            <pc:docMk/>
            <pc:sldMk cId="2396249127" sldId="281"/>
            <ac:spMk id="70" creationId="{00000000-0000-0000-0000-000000000000}"/>
          </ac:spMkLst>
        </pc:spChg>
      </pc:sldChg>
      <pc:sldChg chg="modSp add replId">
        <pc:chgData name="Taibi Gabin" userId="S::tig1@bfh.ch::163c3ddc-3afa-49b5-8439-27c751c16697" providerId="AD" clId="Web-{8200D920-1299-0368-761F-B81A761BCF18}" dt="2024-04-24T13:35:51.004" v="279" actId="20577"/>
        <pc:sldMkLst>
          <pc:docMk/>
          <pc:sldMk cId="389247223" sldId="282"/>
        </pc:sldMkLst>
        <pc:spChg chg="mod">
          <ac:chgData name="Taibi Gabin" userId="S::tig1@bfh.ch::163c3ddc-3afa-49b5-8439-27c751c16697" providerId="AD" clId="Web-{8200D920-1299-0368-761F-B81A761BCF18}" dt="2024-04-24T13:35:51.004" v="279" actId="20577"/>
          <ac:spMkLst>
            <pc:docMk/>
            <pc:sldMk cId="389247223" sldId="282"/>
            <ac:spMk id="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09079" y="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28383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906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967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2172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4791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598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9128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9184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82085a211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8" name="Google Shape;228;g282085a211b_0_13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600" cy="4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282085a211b_0_13:notes"/>
          <p:cNvSpPr txBox="1">
            <a:spLocks noGrp="1"/>
          </p:cNvSpPr>
          <p:nvPr>
            <p:ph type="sldNum" idx="12"/>
          </p:nvPr>
        </p:nvSpPr>
        <p:spPr>
          <a:xfrm>
            <a:off x="3809079" y="9283830"/>
            <a:ext cx="29139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703264" y="692150"/>
            <a:ext cx="6895609" cy="1081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703264" y="2133600"/>
            <a:ext cx="8496299" cy="395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318865"/>
            <a:ext cx="1351805" cy="5407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/>
          <p:nvPr/>
        </p:nvSpPr>
        <p:spPr>
          <a:xfrm>
            <a:off x="2791966" y="6354570"/>
            <a:ext cx="4320480" cy="475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 b="1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7348" y="5847039"/>
            <a:ext cx="1317064" cy="101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1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body" idx="1"/>
          </p:nvPr>
        </p:nvSpPr>
        <p:spPr>
          <a:xfrm>
            <a:off x="188159" y="2191048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body" idx="2"/>
          </p:nvPr>
        </p:nvSpPr>
        <p:spPr>
          <a:xfrm>
            <a:off x="6813962" y="2191052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body" idx="3"/>
          </p:nvPr>
        </p:nvSpPr>
        <p:spPr>
          <a:xfrm>
            <a:off x="170886" y="1266936"/>
            <a:ext cx="3045607" cy="90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  <a:defRPr sz="195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body" idx="4"/>
          </p:nvPr>
        </p:nvSpPr>
        <p:spPr>
          <a:xfrm>
            <a:off x="6813959" y="1266935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  <a:defRPr sz="195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  <a:defRPr sz="195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6"/>
          </p:nvPr>
        </p:nvSpPr>
        <p:spPr>
          <a:xfrm>
            <a:off x="3501061" y="2191047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7"/>
          </p:nvPr>
        </p:nvSpPr>
        <p:spPr>
          <a:xfrm>
            <a:off x="3492423" y="1266478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  <a:defRPr sz="195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body" idx="8"/>
          </p:nvPr>
        </p:nvSpPr>
        <p:spPr>
          <a:xfrm>
            <a:off x="209254" y="5866849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  <a:defRPr sz="195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6pPr>
            <a:lvl7pPr marL="3200400" lvl="6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7pPr>
            <a:lvl8pPr marL="3657600" lvl="7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8pPr>
            <a:lvl9pPr marL="4114800" lvl="8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">
  <p:cSld name="Titel, Untertitel und Inhal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703263" y="692151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703263" y="2493663"/>
            <a:ext cx="8496300" cy="3599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703263" y="1773239"/>
            <a:ext cx="8496300" cy="43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318865"/>
            <a:ext cx="1351805" cy="54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 (2 Spalten)">
  <p:cSld name="Titel, Untertitel und Inhalt (2 Spalten)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703263" y="692151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703264" y="2493663"/>
            <a:ext cx="4103687" cy="3599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703264" y="1773239"/>
            <a:ext cx="4103687" cy="43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3"/>
          </p:nvPr>
        </p:nvSpPr>
        <p:spPr>
          <a:xfrm>
            <a:off x="5095877" y="1773238"/>
            <a:ext cx="4103687" cy="43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4"/>
          </p:nvPr>
        </p:nvSpPr>
        <p:spPr>
          <a:xfrm>
            <a:off x="5095877" y="2493664"/>
            <a:ext cx="4103687" cy="3599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703263" y="692151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703263" y="1773237"/>
            <a:ext cx="8496300" cy="431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703263" y="692151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703263" y="692151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703263" y="1773237"/>
            <a:ext cx="8496300" cy="431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" y="6318865"/>
            <a:ext cx="1351805" cy="5407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 txBox="1"/>
          <p:nvPr/>
        </p:nvSpPr>
        <p:spPr>
          <a:xfrm>
            <a:off x="2791966" y="6354570"/>
            <a:ext cx="4320480" cy="475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 b="1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" name="Google Shape;15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87348" y="5847039"/>
            <a:ext cx="1317064" cy="101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31385" y="1"/>
            <a:ext cx="792088" cy="54167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subTitle" idx="4294967295"/>
          </p:nvPr>
        </p:nvSpPr>
        <p:spPr>
          <a:xfrm>
            <a:off x="703734" y="2133650"/>
            <a:ext cx="8713439" cy="395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Fintech and Artificial Intelligence in Finance – 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Towards a transparent financial industry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b="0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 Action 19130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r>
              <a:rPr lang="en-US" sz="1800" b="1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 FInAI Core Group Meeting</a:t>
            </a:r>
            <a:endParaRPr sz="1800" b="1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endParaRPr sz="1800" b="1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 April 2024</a:t>
            </a:r>
            <a:br>
              <a:rPr lang="en-US" sz="18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18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800" b="0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1"/>
          <p:cNvSpPr txBox="1">
            <a:spLocks noGrp="1"/>
          </p:cNvSpPr>
          <p:nvPr>
            <p:ph type="sldNum" idx="4294967295"/>
          </p:nvPr>
        </p:nvSpPr>
        <p:spPr>
          <a:xfrm>
            <a:off x="8120558" y="6382122"/>
            <a:ext cx="1095426" cy="17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703263" y="405459"/>
            <a:ext cx="6905436" cy="77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64BA"/>
                </a:solidFill>
              </a:rPr>
              <a:t>Agenda 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357" cy="18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703263" y="981523"/>
            <a:ext cx="8496300" cy="482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indent="-323850">
              <a:buSzPts val="1500"/>
              <a:buFont typeface="Arial"/>
              <a:buChar char="●"/>
            </a:pPr>
            <a:r>
              <a:rPr lang="en-US" sz="1800"/>
              <a:t>COST Action 19130: FinAI</a:t>
            </a:r>
          </a:p>
          <a:p>
            <a:pPr lvl="1">
              <a:buSzPts val="1500"/>
              <a:buFont typeface="Arial"/>
              <a:buChar char="•"/>
            </a:pPr>
            <a:r>
              <a:rPr lang="en-US" sz="1800"/>
              <a:t>Overview</a:t>
            </a:r>
          </a:p>
          <a:p>
            <a:pPr lvl="1">
              <a:buSzPts val="1500"/>
            </a:pPr>
            <a:r>
              <a:rPr lang="en-US" sz="1800"/>
              <a:t>State of work</a:t>
            </a:r>
          </a:p>
          <a:p>
            <a:pPr lvl="1">
              <a:buSzPts val="1500"/>
            </a:pPr>
            <a:r>
              <a:rPr lang="en-US" sz="1800"/>
              <a:t>Long term impact</a:t>
            </a:r>
          </a:p>
          <a:p>
            <a:pPr indent="-323850">
              <a:buSzPts val="1500"/>
              <a:buFont typeface="Arial"/>
              <a:buChar char="●"/>
            </a:pPr>
            <a:endParaRPr lang="en-US" sz="1800"/>
          </a:p>
          <a:p>
            <a:pPr indent="-323850">
              <a:buSzPts val="1500"/>
              <a:buFont typeface="Arial"/>
              <a:buChar char="●"/>
            </a:pPr>
            <a:r>
              <a:rPr lang="en-US" sz="1800"/>
              <a:t>Vision XAI</a:t>
            </a:r>
          </a:p>
          <a:p>
            <a:pPr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endParaRPr lang="en-US" sz="1800"/>
          </a:p>
          <a:p>
            <a:pPr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endParaRPr lang="en-US" sz="1800"/>
          </a:p>
          <a:p>
            <a:pPr marL="0" indent="0"/>
            <a:endParaRPr lang="en-US" sz="1800"/>
          </a:p>
          <a:p>
            <a:pPr indent="0"/>
            <a:endParaRPr lang="en-US" sz="1800"/>
          </a:p>
        </p:txBody>
      </p:sp>
      <p:pic>
        <p:nvPicPr>
          <p:cNvPr id="79" name="Google Shape;79;p13" descr="Logo-Cost-europe-pp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4654" y="26904402"/>
            <a:ext cx="4997534" cy="5512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152400" y="139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188159" y="2191048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From 20 countries to </a:t>
            </a:r>
            <a:r>
              <a:rPr lang="en-US" sz="1800" b="1"/>
              <a:t>51</a:t>
            </a:r>
            <a:r>
              <a:rPr lang="en-US" sz="1800"/>
              <a:t> countries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From 98 members to </a:t>
            </a:r>
            <a:r>
              <a:rPr lang="en-US" sz="1800" b="1"/>
              <a:t>413</a:t>
            </a:r>
            <a:r>
              <a:rPr lang="en-US" sz="1800"/>
              <a:t> members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From 0 to more than </a:t>
            </a:r>
            <a:r>
              <a:rPr lang="en-US" sz="1800" b="1"/>
              <a:t>2600</a:t>
            </a:r>
            <a:r>
              <a:rPr lang="en-US" sz="1800"/>
              <a:t> members on Meetup</a:t>
            </a:r>
            <a:endParaRPr sz="180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2"/>
          </p:nvPr>
        </p:nvSpPr>
        <p:spPr>
          <a:xfrm>
            <a:off x="6813962" y="2191052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Many sub-teams working together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Several H2020 and MSCA applications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Many</a:t>
            </a:r>
            <a:r>
              <a:rPr lang="en-US" sz="1800"/>
              <a:t> research papers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Many</a:t>
            </a:r>
            <a:r>
              <a:rPr lang="en-US" sz="1800"/>
              <a:t> promotions to assistant/associate/full professorship</a:t>
            </a:r>
            <a:endParaRPr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3"/>
          </p:nvPr>
        </p:nvSpPr>
        <p:spPr>
          <a:xfrm>
            <a:off x="170886" y="1266936"/>
            <a:ext cx="3045607" cy="90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00"/>
              <a:buFont typeface="Arial"/>
              <a:buNone/>
            </a:pPr>
            <a:r>
              <a:rPr lang="en-US"/>
              <a:t>The network</a:t>
            </a:r>
            <a:endParaRPr/>
          </a:p>
        </p:txBody>
      </p:sp>
      <p:sp>
        <p:nvSpPr>
          <p:cNvPr id="67" name="Google Shape;67;p2"/>
          <p:cNvSpPr txBox="1">
            <a:spLocks noGrp="1"/>
          </p:cNvSpPr>
          <p:nvPr>
            <p:ph type="body" idx="4"/>
          </p:nvPr>
        </p:nvSpPr>
        <p:spPr>
          <a:xfrm>
            <a:off x="6813959" y="1266935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00"/>
              <a:buFont typeface="Arial"/>
              <a:buNone/>
            </a:pPr>
            <a:r>
              <a:rPr lang="en-US"/>
              <a:t>The research</a:t>
            </a:r>
            <a:endParaRPr/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SzPts val="1900"/>
            </a:pPr>
            <a:r>
              <a:rPr lang="en-US"/>
              <a:t>The journey from September 2020 until May 2024: three highlights</a:t>
            </a:r>
            <a:endParaRPr/>
          </a:p>
        </p:txBody>
      </p:sp>
      <p:sp>
        <p:nvSpPr>
          <p:cNvPr id="69" name="Google Shape;69;p2"/>
          <p:cNvSpPr txBox="1">
            <a:spLocks noGrp="1"/>
          </p:cNvSpPr>
          <p:nvPr>
            <p:ph type="body" idx="6"/>
          </p:nvPr>
        </p:nvSpPr>
        <p:spPr>
          <a:xfrm>
            <a:off x="3501061" y="2191047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&gt;</a:t>
            </a:r>
            <a:r>
              <a:rPr lang="en-US" sz="180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370</a:t>
            </a:r>
            <a:r>
              <a:rPr lang="en-US" sz="1800"/>
              <a:t> conferences, events, workshops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&gt; 40 meeting and TS held and scheduled until end of 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800"/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7"/>
          </p:nvPr>
        </p:nvSpPr>
        <p:spPr>
          <a:xfrm>
            <a:off x="3492423" y="1266478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00"/>
              <a:buFont typeface="Arial"/>
              <a:buNone/>
            </a:pPr>
            <a:r>
              <a:rPr lang="en-US"/>
              <a:t>The activities</a:t>
            </a:r>
            <a:endParaRPr/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8"/>
          </p:nvPr>
        </p:nvSpPr>
        <p:spPr>
          <a:xfrm>
            <a:off x="209254" y="5866849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0070C0"/>
              </a:buClr>
              <a:buSzPts val="195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Networking Activities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03C7E8-501D-4021-13F5-124A2A369393}"/>
              </a:ext>
            </a:extLst>
          </p:cNvPr>
          <p:cNvGrpSpPr/>
          <p:nvPr/>
        </p:nvGrpSpPr>
        <p:grpSpPr>
          <a:xfrm>
            <a:off x="846119" y="1710712"/>
            <a:ext cx="4701508" cy="3132896"/>
            <a:chOff x="627058" y="1527030"/>
            <a:chExt cx="4291183" cy="285709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BC0D61-056B-53B4-7172-C0FC1BE772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607" t="16867" r="14750" b="9638"/>
            <a:stretch/>
          </p:blipFill>
          <p:spPr>
            <a:xfrm>
              <a:off x="2288371" y="2070154"/>
              <a:ext cx="1350909" cy="1301716"/>
            </a:xfrm>
            <a:prstGeom prst="rect">
              <a:avLst/>
            </a:prstGeom>
          </p:spPr>
        </p:pic>
        <p:cxnSp>
          <p:nvCxnSpPr>
            <p:cNvPr id="21" name="Google Shape;239;p18">
              <a:extLst>
                <a:ext uri="{FF2B5EF4-FFF2-40B4-BE49-F238E27FC236}">
                  <a16:creationId xmlns:a16="http://schemas.microsoft.com/office/drawing/2014/main" id="{F6869E32-24E0-325D-B071-C91C2858D0C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90121" y="2007132"/>
              <a:ext cx="550923" cy="546025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7AAD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" name="Google Shape;240;p18">
              <a:extLst>
                <a:ext uri="{FF2B5EF4-FFF2-40B4-BE49-F238E27FC236}">
                  <a16:creationId xmlns:a16="http://schemas.microsoft.com/office/drawing/2014/main" id="{A9E6EE03-8F39-EFF4-A7DB-44AA012180DE}"/>
                </a:ext>
              </a:extLst>
            </p:cNvPr>
            <p:cNvSpPr/>
            <p:nvPr/>
          </p:nvSpPr>
          <p:spPr>
            <a:xfrm>
              <a:off x="627058" y="1815971"/>
              <a:ext cx="1245486" cy="3692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3" tIns="34267" rIns="68553" bIns="34267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300"/>
              </a:pPr>
              <a:r>
                <a:rPr lang="en-US" sz="950" b="1">
                  <a:latin typeface="Century Gothic"/>
                  <a:ea typeface="Century Gothic"/>
                  <a:cs typeface="Century Gothic"/>
                  <a:sym typeface="Century Gothic"/>
                </a:rPr>
                <a:t>&gt;</a:t>
              </a:r>
              <a:r>
                <a:rPr lang="en-US" sz="950" b="1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2600 </a:t>
              </a:r>
              <a:r>
                <a:rPr lang="en-US" sz="950" b="1">
                  <a:latin typeface="Century Gothic"/>
                  <a:ea typeface="Century Gothic"/>
                  <a:cs typeface="Century Gothic"/>
                  <a:sym typeface="Century Gothic"/>
                </a:rPr>
                <a:t>members</a:t>
              </a:r>
              <a:endParaRPr sz="950">
                <a:latin typeface="Century Gothic"/>
              </a:endParaRPr>
            </a:p>
            <a:p>
              <a:pPr algn="ctr">
                <a:buSzPts val="1300"/>
              </a:pPr>
              <a:r>
                <a:rPr lang="en-US" sz="950">
                  <a:latin typeface="Century Gothic"/>
                  <a:ea typeface="Century Gothic"/>
                  <a:cs typeface="Century Gothic"/>
                  <a:sym typeface="Century Gothic"/>
                </a:rPr>
                <a:t>&gt;</a:t>
              </a:r>
              <a:r>
                <a:rPr lang="en-US" sz="950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6400 </a:t>
              </a:r>
              <a:r>
                <a:rPr lang="en-US" sz="950">
                  <a:latin typeface="Century Gothic"/>
                  <a:ea typeface="Century Gothic"/>
                  <a:cs typeface="Century Gothic"/>
                  <a:sym typeface="Century Gothic"/>
                </a:rPr>
                <a:t>participants</a:t>
              </a:r>
              <a:endParaRPr sz="950">
                <a:latin typeface="Century Gothic"/>
              </a:endParaRPr>
            </a:p>
          </p:txBody>
        </p:sp>
        <p:cxnSp>
          <p:nvCxnSpPr>
            <p:cNvPr id="23" name="Google Shape;241;p18">
              <a:extLst>
                <a:ext uri="{FF2B5EF4-FFF2-40B4-BE49-F238E27FC236}">
                  <a16:creationId xmlns:a16="http://schemas.microsoft.com/office/drawing/2014/main" id="{BF4DE732-80E5-347B-EAAF-FE44F521A8FC}"/>
                </a:ext>
              </a:extLst>
            </p:cNvPr>
            <p:cNvCxnSpPr/>
            <p:nvPr/>
          </p:nvCxnSpPr>
          <p:spPr>
            <a:xfrm rot="5400000">
              <a:off x="1976337" y="3448798"/>
              <a:ext cx="889894" cy="479139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7AAD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" name="Google Shape;242;p18">
              <a:extLst>
                <a:ext uri="{FF2B5EF4-FFF2-40B4-BE49-F238E27FC236}">
                  <a16:creationId xmlns:a16="http://schemas.microsoft.com/office/drawing/2014/main" id="{C285E60E-2818-E4F0-283F-62484FAB9258}"/>
                </a:ext>
              </a:extLst>
            </p:cNvPr>
            <p:cNvSpPr/>
            <p:nvPr/>
          </p:nvSpPr>
          <p:spPr>
            <a:xfrm>
              <a:off x="1452301" y="4164885"/>
              <a:ext cx="1461841" cy="2192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3" tIns="34267" rIns="68553" bIns="34267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300"/>
              </a:pPr>
              <a:r>
                <a:rPr lang="en-US" sz="975" b="1">
                  <a:latin typeface="Century Gothic"/>
                  <a:ea typeface="Century Gothic"/>
                  <a:cs typeface="Century Gothic"/>
                  <a:sym typeface="Century Gothic"/>
                </a:rPr>
                <a:t>BIS, ECB, BoE, FED, IMF</a:t>
              </a:r>
              <a:endParaRPr sz="1050">
                <a:latin typeface="Century Gothic"/>
              </a:endParaRPr>
            </a:p>
          </p:txBody>
        </p:sp>
        <p:cxnSp>
          <p:nvCxnSpPr>
            <p:cNvPr id="25" name="Google Shape;243;p18">
              <a:extLst>
                <a:ext uri="{FF2B5EF4-FFF2-40B4-BE49-F238E27FC236}">
                  <a16:creationId xmlns:a16="http://schemas.microsoft.com/office/drawing/2014/main" id="{8318A084-964A-D02A-A4A9-886411790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953" y="2854787"/>
              <a:ext cx="475090" cy="437074"/>
            </a:xfrm>
            <a:prstGeom prst="bentConnector3">
              <a:avLst>
                <a:gd name="adj1" fmla="val 100622"/>
              </a:avLst>
            </a:prstGeom>
            <a:noFill/>
            <a:ln w="9525" cap="flat" cmpd="sng">
              <a:solidFill>
                <a:srgbClr val="7AAD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" name="Google Shape;244;p18">
              <a:extLst>
                <a:ext uri="{FF2B5EF4-FFF2-40B4-BE49-F238E27FC236}">
                  <a16:creationId xmlns:a16="http://schemas.microsoft.com/office/drawing/2014/main" id="{027D5775-D85E-9F40-89CC-BD7D0F40194F}"/>
                </a:ext>
              </a:extLst>
            </p:cNvPr>
            <p:cNvSpPr/>
            <p:nvPr/>
          </p:nvSpPr>
          <p:spPr>
            <a:xfrm>
              <a:off x="690498" y="3298138"/>
              <a:ext cx="1485881" cy="3692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3" tIns="34267" rIns="68553" bIns="34267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300"/>
              </a:pPr>
              <a:r>
                <a:rPr lang="en-US" sz="950" b="1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51</a:t>
              </a:r>
              <a:r>
                <a:rPr lang="en-US" sz="950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950">
                  <a:latin typeface="Century Gothic"/>
                  <a:ea typeface="Century Gothic"/>
                  <a:cs typeface="Century Gothic"/>
                  <a:sym typeface="Century Gothic"/>
                </a:rPr>
                <a:t>European countries</a:t>
              </a:r>
              <a:endParaRPr lang="en-US" sz="950">
                <a:latin typeface="Century Gothic"/>
              </a:endParaRPr>
            </a:p>
            <a:p>
              <a:pPr algn="ctr">
                <a:buSzPts val="1300"/>
              </a:pPr>
              <a:r>
                <a:rPr lang="en-US" sz="950" b="1">
                  <a:solidFill>
                    <a:schemeClr val="tx1"/>
                  </a:solidFill>
                  <a:latin typeface="Century Gothic"/>
                  <a:sym typeface="Century Gothic"/>
                </a:rPr>
                <a:t>&gt;400</a:t>
              </a:r>
              <a:r>
                <a:rPr lang="en-US" sz="950">
                  <a:solidFill>
                    <a:schemeClr val="tx1"/>
                  </a:solidFill>
                  <a:latin typeface="Century Gothic"/>
                  <a:sym typeface="Century Gothic"/>
                </a:rPr>
                <a:t> </a:t>
              </a:r>
              <a:r>
                <a:rPr lang="en-US" sz="950">
                  <a:latin typeface="Century Gothic"/>
                  <a:sym typeface="Century Gothic"/>
                </a:rPr>
                <a:t>researchers</a:t>
              </a:r>
              <a:endParaRPr lang="en-US" sz="950">
                <a:latin typeface="Century Gothic"/>
              </a:endParaRPr>
            </a:p>
          </p:txBody>
        </p:sp>
        <p:cxnSp>
          <p:nvCxnSpPr>
            <p:cNvPr id="27" name="Google Shape;245;p18">
              <a:extLst>
                <a:ext uri="{FF2B5EF4-FFF2-40B4-BE49-F238E27FC236}">
                  <a16:creationId xmlns:a16="http://schemas.microsoft.com/office/drawing/2014/main" id="{260AA102-C6E5-98F8-7D0D-B5E45BDA216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70061" y="2222483"/>
              <a:ext cx="739179" cy="196829"/>
            </a:xfrm>
            <a:prstGeom prst="bentConnector2">
              <a:avLst/>
            </a:prstGeom>
            <a:noFill/>
            <a:ln w="9525" cap="flat" cmpd="sng">
              <a:solidFill>
                <a:srgbClr val="7AAD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" name="Google Shape;246;p18">
              <a:extLst>
                <a:ext uri="{FF2B5EF4-FFF2-40B4-BE49-F238E27FC236}">
                  <a16:creationId xmlns:a16="http://schemas.microsoft.com/office/drawing/2014/main" id="{7F48D6A4-4DFB-67F3-8ABA-9FA5335310EC}"/>
                </a:ext>
              </a:extLst>
            </p:cNvPr>
            <p:cNvSpPr/>
            <p:nvPr/>
          </p:nvSpPr>
          <p:spPr>
            <a:xfrm>
              <a:off x="3382144" y="1527030"/>
              <a:ext cx="1482672" cy="669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3" tIns="34267" rIns="68553" bIns="34267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300"/>
              </a:pPr>
              <a:r>
                <a:rPr lang="en-US" sz="950" b="1">
                  <a:latin typeface="Century Gothic"/>
                  <a:ea typeface="Century Gothic"/>
                  <a:cs typeface="Century Gothic"/>
                  <a:sym typeface="Century Gothic"/>
                </a:rPr>
                <a:t>&gt;</a:t>
              </a:r>
              <a:r>
                <a:rPr lang="en-US" sz="950" b="1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370 </a:t>
              </a:r>
              <a:r>
                <a:rPr lang="en-US" sz="950">
                  <a:latin typeface="Century Gothic"/>
                  <a:ea typeface="Century Gothic"/>
                  <a:cs typeface="Century Gothic"/>
                  <a:sym typeface="Century Gothic"/>
                </a:rPr>
                <a:t>conferences, workshops and research seminars since June 2020</a:t>
              </a:r>
              <a:endParaRPr lang="en-US" sz="950">
                <a:latin typeface="Century Gothic"/>
              </a:endParaRPr>
            </a:p>
          </p:txBody>
        </p:sp>
        <p:cxnSp>
          <p:nvCxnSpPr>
            <p:cNvPr id="29" name="Google Shape;247;p18">
              <a:extLst>
                <a:ext uri="{FF2B5EF4-FFF2-40B4-BE49-F238E27FC236}">
                  <a16:creationId xmlns:a16="http://schemas.microsoft.com/office/drawing/2014/main" id="{3C017FED-ABFA-4F70-E26F-5753B377D0D5}"/>
                </a:ext>
              </a:extLst>
            </p:cNvPr>
            <p:cNvCxnSpPr>
              <a:cxnSpLocks/>
            </p:cNvCxnSpPr>
            <p:nvPr/>
          </p:nvCxnSpPr>
          <p:spPr>
            <a:xfrm>
              <a:off x="3489865" y="2870036"/>
              <a:ext cx="541174" cy="388614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7AAD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248;p18">
              <a:extLst>
                <a:ext uri="{FF2B5EF4-FFF2-40B4-BE49-F238E27FC236}">
                  <a16:creationId xmlns:a16="http://schemas.microsoft.com/office/drawing/2014/main" id="{C6BB8C45-57DE-1077-ADDC-E0CB4677854D}"/>
                </a:ext>
              </a:extLst>
            </p:cNvPr>
            <p:cNvSpPr/>
            <p:nvPr/>
          </p:nvSpPr>
          <p:spPr>
            <a:xfrm>
              <a:off x="3152186" y="3287771"/>
              <a:ext cx="1766055" cy="669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3" tIns="34267" rIns="68553" bIns="34267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300"/>
              </a:pPr>
              <a:r>
                <a:rPr lang="en-US" sz="975">
                  <a:latin typeface="Century Gothic"/>
                  <a:ea typeface="Century Gothic"/>
                  <a:cs typeface="Century Gothic"/>
                  <a:sym typeface="Century Gothic"/>
                </a:rPr>
                <a:t>Speakers and participants from</a:t>
              </a:r>
              <a:r>
                <a:rPr lang="en-US" sz="975" b="1"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975">
                  <a:latin typeface="Century Gothic"/>
                  <a:ea typeface="Century Gothic"/>
                  <a:cs typeface="Century Gothic"/>
                  <a:sym typeface="Century Gothic"/>
                </a:rPr>
                <a:t>all over the world, including </a:t>
              </a:r>
              <a:r>
                <a:rPr lang="en-US" sz="975" b="1">
                  <a:latin typeface="Century Gothic"/>
                  <a:ea typeface="Century Gothic"/>
                  <a:cs typeface="Century Gothic"/>
                  <a:sym typeface="Century Gothic"/>
                </a:rPr>
                <a:t>Switzerland, USA and Hong Kong</a:t>
              </a:r>
              <a:endParaRPr sz="975" b="1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249;p18">
              <a:extLst>
                <a:ext uri="{FF2B5EF4-FFF2-40B4-BE49-F238E27FC236}">
                  <a16:creationId xmlns:a16="http://schemas.microsoft.com/office/drawing/2014/main" id="{6AE70736-E1D0-3848-5C5E-16C28D1657C8}"/>
                </a:ext>
              </a:extLst>
            </p:cNvPr>
            <p:cNvSpPr/>
            <p:nvPr/>
          </p:nvSpPr>
          <p:spPr>
            <a:xfrm>
              <a:off x="1855007" y="1984692"/>
              <a:ext cx="54477" cy="42131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5D81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3" tIns="34267" rIns="68553" bIns="342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25"/>
              </a:pPr>
              <a:endParaRPr sz="1218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250;p18">
              <a:extLst>
                <a:ext uri="{FF2B5EF4-FFF2-40B4-BE49-F238E27FC236}">
                  <a16:creationId xmlns:a16="http://schemas.microsoft.com/office/drawing/2014/main" id="{71D37EEF-88D4-688B-9B06-BB06DD43E8CC}"/>
                </a:ext>
              </a:extLst>
            </p:cNvPr>
            <p:cNvSpPr/>
            <p:nvPr/>
          </p:nvSpPr>
          <p:spPr>
            <a:xfrm>
              <a:off x="1930495" y="3264957"/>
              <a:ext cx="54477" cy="42131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5D81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3" tIns="34267" rIns="68553" bIns="342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25"/>
              </a:pPr>
              <a:endParaRPr sz="1218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251;p18">
              <a:extLst>
                <a:ext uri="{FF2B5EF4-FFF2-40B4-BE49-F238E27FC236}">
                  <a16:creationId xmlns:a16="http://schemas.microsoft.com/office/drawing/2014/main" id="{2B0ABBD6-87BA-D685-6A7F-200F5B07C51F}"/>
                </a:ext>
              </a:extLst>
            </p:cNvPr>
            <p:cNvSpPr/>
            <p:nvPr/>
          </p:nvSpPr>
          <p:spPr>
            <a:xfrm>
              <a:off x="2155984" y="4128015"/>
              <a:ext cx="54477" cy="42131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5D81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3" tIns="34267" rIns="68553" bIns="342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25"/>
              </a:pPr>
              <a:endParaRPr sz="1218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252;p18">
              <a:extLst>
                <a:ext uri="{FF2B5EF4-FFF2-40B4-BE49-F238E27FC236}">
                  <a16:creationId xmlns:a16="http://schemas.microsoft.com/office/drawing/2014/main" id="{E0D8D495-4ACC-6E9A-70F0-7F02D04CCDA1}"/>
                </a:ext>
              </a:extLst>
            </p:cNvPr>
            <p:cNvSpPr/>
            <p:nvPr/>
          </p:nvSpPr>
          <p:spPr>
            <a:xfrm>
              <a:off x="4003721" y="3251161"/>
              <a:ext cx="54477" cy="42131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5D81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3" tIns="34267" rIns="68553" bIns="342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25"/>
              </a:pPr>
              <a:endParaRPr sz="1218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253;p18">
              <a:extLst>
                <a:ext uri="{FF2B5EF4-FFF2-40B4-BE49-F238E27FC236}">
                  <a16:creationId xmlns:a16="http://schemas.microsoft.com/office/drawing/2014/main" id="{16CE42FB-16B3-4773-2DC5-DB9F1F5D3891}"/>
                </a:ext>
              </a:extLst>
            </p:cNvPr>
            <p:cNvSpPr/>
            <p:nvPr/>
          </p:nvSpPr>
          <p:spPr>
            <a:xfrm>
              <a:off x="4091072" y="2205093"/>
              <a:ext cx="54477" cy="42131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5D81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3" tIns="34267" rIns="68553" bIns="342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25"/>
              </a:pPr>
              <a:endParaRPr sz="1218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55552C-F1B2-C433-8D62-409488C8C1F5}"/>
              </a:ext>
            </a:extLst>
          </p:cNvPr>
          <p:cNvGrpSpPr/>
          <p:nvPr/>
        </p:nvGrpSpPr>
        <p:grpSpPr>
          <a:xfrm>
            <a:off x="5958785" y="1020663"/>
            <a:ext cx="3024094" cy="2080074"/>
            <a:chOff x="6036574" y="1105532"/>
            <a:chExt cx="2868454" cy="197399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C063466-1BC5-3722-7747-3C01604E6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6574" y="1105532"/>
              <a:ext cx="2609698" cy="1973998"/>
            </a:xfrm>
            <a:prstGeom prst="rect">
              <a:avLst/>
            </a:prstGeom>
          </p:spPr>
        </p:pic>
        <p:pic>
          <p:nvPicPr>
            <p:cNvPr id="16" name="Picture 15" descr="Meetup Logo, symbol, meaning, history, PNG, brand">
              <a:extLst>
                <a:ext uri="{FF2B5EF4-FFF2-40B4-BE49-F238E27FC236}">
                  <a16:creationId xmlns:a16="http://schemas.microsoft.com/office/drawing/2014/main" id="{F7C21F26-2BD9-227A-4A16-BDB6CEA92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8637" y="2089223"/>
              <a:ext cx="1266391" cy="716369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A81B68-B3DA-59F3-4CE1-D09D1862786E}"/>
              </a:ext>
            </a:extLst>
          </p:cNvPr>
          <p:cNvGrpSpPr/>
          <p:nvPr/>
        </p:nvGrpSpPr>
        <p:grpSpPr>
          <a:xfrm>
            <a:off x="6192960" y="3324150"/>
            <a:ext cx="2557114" cy="2445169"/>
            <a:chOff x="6341467" y="3302943"/>
            <a:chExt cx="2557114" cy="244516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79CC9F-19D3-C5F0-1139-FDFF319E0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1467" y="3302943"/>
              <a:ext cx="2557114" cy="2445169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5F354D-C073-9805-34BA-C9034B8D0569}"/>
                </a:ext>
              </a:extLst>
            </p:cNvPr>
            <p:cNvCxnSpPr/>
            <p:nvPr/>
          </p:nvCxnSpPr>
          <p:spPr>
            <a:xfrm flipH="1">
              <a:off x="7333266" y="4303800"/>
              <a:ext cx="6086" cy="1237135"/>
            </a:xfrm>
            <a:prstGeom prst="straightConnector1">
              <a:avLst/>
            </a:prstGeom>
            <a:ln w="28575">
              <a:solidFill>
                <a:srgbClr val="5995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35">
              <a:extLst>
                <a:ext uri="{FF2B5EF4-FFF2-40B4-BE49-F238E27FC236}">
                  <a16:creationId xmlns:a16="http://schemas.microsoft.com/office/drawing/2014/main" id="{612607FC-C322-CF12-9ECE-D5231FE74F5C}"/>
                </a:ext>
              </a:extLst>
            </p:cNvPr>
            <p:cNvSpPr txBox="1"/>
            <p:nvPr/>
          </p:nvSpPr>
          <p:spPr>
            <a:xfrm>
              <a:off x="6710764" y="4068899"/>
              <a:ext cx="1269152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1200">
                  <a:solidFill>
                    <a:srgbClr val="5995A3"/>
                  </a:solidFill>
                  <a:latin typeface="Century Gothic"/>
                </a:rPr>
                <a:t>Action starts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653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The Research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02F272-F167-02FA-1DCB-A44D14519377}"/>
              </a:ext>
            </a:extLst>
          </p:cNvPr>
          <p:cNvGrpSpPr/>
          <p:nvPr/>
        </p:nvGrpSpPr>
        <p:grpSpPr>
          <a:xfrm>
            <a:off x="5537948" y="3668045"/>
            <a:ext cx="1948659" cy="1252283"/>
            <a:chOff x="5325795" y="3166152"/>
            <a:chExt cx="1948659" cy="1252283"/>
          </a:xfrm>
        </p:grpSpPr>
        <p:sp>
          <p:nvSpPr>
            <p:cNvPr id="52" name="Google Shape;457;p12">
              <a:extLst>
                <a:ext uri="{FF2B5EF4-FFF2-40B4-BE49-F238E27FC236}">
                  <a16:creationId xmlns:a16="http://schemas.microsoft.com/office/drawing/2014/main" id="{A4ECA6BA-FA7F-AFBC-7C1D-2D781BAD5E96}"/>
                </a:ext>
              </a:extLst>
            </p:cNvPr>
            <p:cNvSpPr/>
            <p:nvPr/>
          </p:nvSpPr>
          <p:spPr>
            <a:xfrm>
              <a:off x="5956068" y="3166152"/>
              <a:ext cx="685800" cy="685800"/>
            </a:xfrm>
            <a:prstGeom prst="ellipse">
              <a:avLst/>
            </a:prstGeom>
            <a:solidFill>
              <a:srgbClr val="7DD2C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endParaRPr sz="1050">
                <a:solidFill>
                  <a:srgbClr val="FFFFFF"/>
                </a:solidFill>
              </a:endParaRPr>
            </a:p>
          </p:txBody>
        </p:sp>
        <p:pic>
          <p:nvPicPr>
            <p:cNvPr id="53" name="Google Shape;458;p12" descr="Open hand with plant with solid fill">
              <a:extLst>
                <a:ext uri="{FF2B5EF4-FFF2-40B4-BE49-F238E27FC236}">
                  <a16:creationId xmlns:a16="http://schemas.microsoft.com/office/drawing/2014/main" id="{B00CDF6B-F09C-EAB9-E65B-13F777A65EF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00604" y="3303753"/>
              <a:ext cx="396728" cy="396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463;p12">
              <a:extLst>
                <a:ext uri="{FF2B5EF4-FFF2-40B4-BE49-F238E27FC236}">
                  <a16:creationId xmlns:a16="http://schemas.microsoft.com/office/drawing/2014/main" id="{BF5A1188-525C-4035-5041-BD7A973512B7}"/>
                </a:ext>
              </a:extLst>
            </p:cNvPr>
            <p:cNvSpPr txBox="1"/>
            <p:nvPr/>
          </p:nvSpPr>
          <p:spPr>
            <a:xfrm>
              <a:off x="5325795" y="3921242"/>
              <a:ext cx="1948658" cy="39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r>
                <a:rPr lang="en-US" sz="1050" b="1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Towards a Transparent Financial Industry</a:t>
              </a:r>
              <a:endParaRPr sz="105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5" name="Google Shape;469;p12">
              <a:extLst>
                <a:ext uri="{FF2B5EF4-FFF2-40B4-BE49-F238E27FC236}">
                  <a16:creationId xmlns:a16="http://schemas.microsoft.com/office/drawing/2014/main" id="{44C8F445-1962-0A9B-71CF-1DFF867DD418}"/>
                </a:ext>
              </a:extLst>
            </p:cNvPr>
            <p:cNvCxnSpPr/>
            <p:nvPr/>
          </p:nvCxnSpPr>
          <p:spPr>
            <a:xfrm>
              <a:off x="5325796" y="4418435"/>
              <a:ext cx="194865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C6014D-7355-938E-A41A-ED58D67A2F4D}"/>
              </a:ext>
            </a:extLst>
          </p:cNvPr>
          <p:cNvGrpSpPr/>
          <p:nvPr/>
        </p:nvGrpSpPr>
        <p:grpSpPr>
          <a:xfrm>
            <a:off x="3807633" y="1870535"/>
            <a:ext cx="1948659" cy="2129781"/>
            <a:chOff x="3595480" y="1368642"/>
            <a:chExt cx="1948659" cy="2129781"/>
          </a:xfrm>
        </p:grpSpPr>
        <p:sp>
          <p:nvSpPr>
            <p:cNvPr id="47" name="Google Shape;455;p12">
              <a:extLst>
                <a:ext uri="{FF2B5EF4-FFF2-40B4-BE49-F238E27FC236}">
                  <a16:creationId xmlns:a16="http://schemas.microsoft.com/office/drawing/2014/main" id="{D53D5991-558B-B16B-1544-4ED7229C2DBF}"/>
                </a:ext>
              </a:extLst>
            </p:cNvPr>
            <p:cNvSpPr/>
            <p:nvPr/>
          </p:nvSpPr>
          <p:spPr>
            <a:xfrm>
              <a:off x="4218991" y="1368642"/>
              <a:ext cx="685800" cy="685800"/>
            </a:xfrm>
            <a:prstGeom prst="ellipse">
              <a:avLst/>
            </a:prstGeom>
            <a:solidFill>
              <a:srgbClr val="7DD2C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endParaRPr sz="1050">
                <a:solidFill>
                  <a:srgbClr val="FFFFFF"/>
                </a:solidFill>
              </a:endParaRPr>
            </a:p>
          </p:txBody>
        </p:sp>
        <p:sp>
          <p:nvSpPr>
            <p:cNvPr id="48" name="Google Shape;461;p12">
              <a:extLst>
                <a:ext uri="{FF2B5EF4-FFF2-40B4-BE49-F238E27FC236}">
                  <a16:creationId xmlns:a16="http://schemas.microsoft.com/office/drawing/2014/main" id="{C18C6644-D603-3F04-66E8-BDE65917884D}"/>
                </a:ext>
              </a:extLst>
            </p:cNvPr>
            <p:cNvSpPr txBox="1"/>
            <p:nvPr/>
          </p:nvSpPr>
          <p:spPr>
            <a:xfrm>
              <a:off x="3595480" y="2284529"/>
              <a:ext cx="1948658" cy="39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r>
                <a:rPr lang="en-US" sz="1050" b="1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DISSEMINATION </a:t>
              </a:r>
              <a:r>
                <a:rPr lang="en-US" sz="105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across Europe</a:t>
              </a:r>
              <a:endParaRPr sz="105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49" name="Google Shape;464;p12" descr="Artificial Intelligence with solid fill">
              <a:extLst>
                <a:ext uri="{FF2B5EF4-FFF2-40B4-BE49-F238E27FC236}">
                  <a16:creationId xmlns:a16="http://schemas.microsoft.com/office/drawing/2014/main" id="{3F516CFA-1685-13D5-CBE1-E26A319E1DD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09380" y="1531092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" name="Google Shape;466;p12">
              <a:extLst>
                <a:ext uri="{FF2B5EF4-FFF2-40B4-BE49-F238E27FC236}">
                  <a16:creationId xmlns:a16="http://schemas.microsoft.com/office/drawing/2014/main" id="{DA71D8C0-5CA5-3469-B06E-18ED99F924F0}"/>
                </a:ext>
              </a:extLst>
            </p:cNvPr>
            <p:cNvCxnSpPr/>
            <p:nvPr/>
          </p:nvCxnSpPr>
          <p:spPr>
            <a:xfrm>
              <a:off x="3595481" y="2796972"/>
              <a:ext cx="194865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1" name="Google Shape;471;p12">
              <a:extLst>
                <a:ext uri="{FF2B5EF4-FFF2-40B4-BE49-F238E27FC236}">
                  <a16:creationId xmlns:a16="http://schemas.microsoft.com/office/drawing/2014/main" id="{20D1FBA7-CBE2-BF14-AC8E-224704440DF9}"/>
                </a:ext>
              </a:extLst>
            </p:cNvPr>
            <p:cNvSpPr txBox="1"/>
            <p:nvPr/>
          </p:nvSpPr>
          <p:spPr>
            <a:xfrm>
              <a:off x="3595480" y="2875206"/>
              <a:ext cx="1880650" cy="623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&gt; 15 research workshops p.a.</a:t>
              </a:r>
              <a:endParaRPr sz="1050"/>
            </a:p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&gt; 1000 participants p.a.</a:t>
              </a:r>
              <a:endParaRPr sz="120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CA2FBC7-3ACA-8132-72F2-5CDF29EF4073}"/>
              </a:ext>
            </a:extLst>
          </p:cNvPr>
          <p:cNvGrpSpPr/>
          <p:nvPr/>
        </p:nvGrpSpPr>
        <p:grpSpPr>
          <a:xfrm>
            <a:off x="7174159" y="1704280"/>
            <a:ext cx="2092186" cy="2296035"/>
            <a:chOff x="6962006" y="1202387"/>
            <a:chExt cx="2092186" cy="2296035"/>
          </a:xfrm>
        </p:grpSpPr>
        <p:sp>
          <p:nvSpPr>
            <p:cNvPr id="42" name="Google Shape;449;p12">
              <a:extLst>
                <a:ext uri="{FF2B5EF4-FFF2-40B4-BE49-F238E27FC236}">
                  <a16:creationId xmlns:a16="http://schemas.microsoft.com/office/drawing/2014/main" id="{996FA7D5-42CF-B59A-3AEB-8ADCAAF59C1D}"/>
                </a:ext>
              </a:extLst>
            </p:cNvPr>
            <p:cNvSpPr/>
            <p:nvPr/>
          </p:nvSpPr>
          <p:spPr>
            <a:xfrm>
              <a:off x="7570744" y="1202387"/>
              <a:ext cx="685800" cy="685800"/>
            </a:xfrm>
            <a:prstGeom prst="ellipse">
              <a:avLst/>
            </a:prstGeom>
            <a:solidFill>
              <a:srgbClr val="7DD2C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endParaRPr sz="1050">
                <a:solidFill>
                  <a:srgbClr val="FFFFFF"/>
                </a:solidFill>
              </a:endParaRPr>
            </a:p>
          </p:txBody>
        </p:sp>
        <p:pic>
          <p:nvPicPr>
            <p:cNvPr id="43" name="Google Shape;454;p12" descr="Teacher with solid fill">
              <a:extLst>
                <a:ext uri="{FF2B5EF4-FFF2-40B4-BE49-F238E27FC236}">
                  <a16:creationId xmlns:a16="http://schemas.microsoft.com/office/drawing/2014/main" id="{26996482-913E-3895-C852-9577A2B3565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693361" y="1296107"/>
              <a:ext cx="440567" cy="440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62;p12">
              <a:extLst>
                <a:ext uri="{FF2B5EF4-FFF2-40B4-BE49-F238E27FC236}">
                  <a16:creationId xmlns:a16="http://schemas.microsoft.com/office/drawing/2014/main" id="{2614C87F-3DED-A805-DE5D-59FC5702A691}"/>
                </a:ext>
              </a:extLst>
            </p:cNvPr>
            <p:cNvSpPr txBox="1"/>
            <p:nvPr/>
          </p:nvSpPr>
          <p:spPr>
            <a:xfrm>
              <a:off x="6962006" y="2118273"/>
              <a:ext cx="1964033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r>
                <a:rPr lang="en-US" sz="1050" b="1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INTERDISCIPLINARY COOPERATIONS </a:t>
              </a:r>
              <a:r>
                <a:rPr lang="en-US" sz="105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with diverse stakeholders</a:t>
              </a:r>
              <a:endParaRPr sz="1050"/>
            </a:p>
          </p:txBody>
        </p:sp>
        <p:cxnSp>
          <p:nvCxnSpPr>
            <p:cNvPr id="45" name="Google Shape;467;p12">
              <a:extLst>
                <a:ext uri="{FF2B5EF4-FFF2-40B4-BE49-F238E27FC236}">
                  <a16:creationId xmlns:a16="http://schemas.microsoft.com/office/drawing/2014/main" id="{7D321CC1-ABD6-A7D3-360C-1D3E7E2A625D}"/>
                </a:ext>
              </a:extLst>
            </p:cNvPr>
            <p:cNvCxnSpPr/>
            <p:nvPr/>
          </p:nvCxnSpPr>
          <p:spPr>
            <a:xfrm>
              <a:off x="6970665" y="2766355"/>
              <a:ext cx="194865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6" name="Google Shape;472;p12">
              <a:extLst>
                <a:ext uri="{FF2B5EF4-FFF2-40B4-BE49-F238E27FC236}">
                  <a16:creationId xmlns:a16="http://schemas.microsoft.com/office/drawing/2014/main" id="{9F397D29-4F4A-38FE-F7D7-A60F934B6F7A}"/>
                </a:ext>
              </a:extLst>
            </p:cNvPr>
            <p:cNvSpPr txBox="1"/>
            <p:nvPr/>
          </p:nvSpPr>
          <p:spPr>
            <a:xfrm>
              <a:off x="7090159" y="2875205"/>
              <a:ext cx="1964033" cy="623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40 European countries</a:t>
              </a:r>
              <a:endParaRPr sz="120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&gt; 400 researchers from 51 countries globally</a:t>
              </a:r>
              <a:endParaRPr sz="120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587A623-D195-97CB-CCFA-BA7B6ED7D06C}"/>
              </a:ext>
            </a:extLst>
          </p:cNvPr>
          <p:cNvGrpSpPr/>
          <p:nvPr/>
        </p:nvGrpSpPr>
        <p:grpSpPr>
          <a:xfrm>
            <a:off x="2152773" y="3647158"/>
            <a:ext cx="1948658" cy="1809787"/>
            <a:chOff x="1940621" y="3145265"/>
            <a:chExt cx="1948658" cy="1809787"/>
          </a:xfrm>
        </p:grpSpPr>
        <p:sp>
          <p:nvSpPr>
            <p:cNvPr id="13" name="Google Shape;453;p12">
              <a:extLst>
                <a:ext uri="{FF2B5EF4-FFF2-40B4-BE49-F238E27FC236}">
                  <a16:creationId xmlns:a16="http://schemas.microsoft.com/office/drawing/2014/main" id="{DC1AAC21-C27E-5C8A-0824-0F70CE7FB6C8}"/>
                </a:ext>
              </a:extLst>
            </p:cNvPr>
            <p:cNvSpPr/>
            <p:nvPr/>
          </p:nvSpPr>
          <p:spPr>
            <a:xfrm>
              <a:off x="2570308" y="3145265"/>
              <a:ext cx="685800" cy="685800"/>
            </a:xfrm>
            <a:prstGeom prst="ellipse">
              <a:avLst/>
            </a:prstGeom>
            <a:solidFill>
              <a:srgbClr val="7DD2C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endParaRPr sz="1050">
                <a:solidFill>
                  <a:srgbClr val="FFFFFF"/>
                </a:solidFill>
              </a:endParaRPr>
            </a:p>
          </p:txBody>
        </p:sp>
        <p:pic>
          <p:nvPicPr>
            <p:cNvPr id="38" name="Google Shape;456;p12" descr="Blockchain with solid fill">
              <a:extLst>
                <a:ext uri="{FF2B5EF4-FFF2-40B4-BE49-F238E27FC236}">
                  <a16:creationId xmlns:a16="http://schemas.microsoft.com/office/drawing/2014/main" id="{C59626B5-6FD2-B45D-8D64-DA58AB7B236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725364" y="3287386"/>
              <a:ext cx="380779" cy="380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460;p12">
              <a:extLst>
                <a:ext uri="{FF2B5EF4-FFF2-40B4-BE49-F238E27FC236}">
                  <a16:creationId xmlns:a16="http://schemas.microsoft.com/office/drawing/2014/main" id="{FC296F68-F795-DFB3-7C4E-76C67A9A9F52}"/>
                </a:ext>
              </a:extLst>
            </p:cNvPr>
            <p:cNvSpPr txBox="1"/>
            <p:nvPr/>
          </p:nvSpPr>
          <p:spPr>
            <a:xfrm>
              <a:off x="1940621" y="3921138"/>
              <a:ext cx="1948658" cy="230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685800">
                <a:buSzPts val="1400"/>
                <a:defRPr/>
              </a:pPr>
              <a:r>
                <a:rPr lang="en-US" sz="1050" b="1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Fintech and AI in Finance</a:t>
              </a:r>
              <a:endParaRPr sz="1050"/>
            </a:p>
          </p:txBody>
        </p:sp>
        <p:cxnSp>
          <p:nvCxnSpPr>
            <p:cNvPr id="40" name="Google Shape;468;p12">
              <a:extLst>
                <a:ext uri="{FF2B5EF4-FFF2-40B4-BE49-F238E27FC236}">
                  <a16:creationId xmlns:a16="http://schemas.microsoft.com/office/drawing/2014/main" id="{B5224B44-983F-4181-9EE2-6D6654D2E009}"/>
                </a:ext>
              </a:extLst>
            </p:cNvPr>
            <p:cNvCxnSpPr/>
            <p:nvPr/>
          </p:nvCxnSpPr>
          <p:spPr>
            <a:xfrm>
              <a:off x="1940621" y="4418330"/>
              <a:ext cx="194865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" name="Google Shape;473;p12">
              <a:extLst>
                <a:ext uri="{FF2B5EF4-FFF2-40B4-BE49-F238E27FC236}">
                  <a16:creationId xmlns:a16="http://schemas.microsoft.com/office/drawing/2014/main" id="{32F9FF75-7DC2-A326-BF8C-70F54CFD4EB1}"/>
                </a:ext>
              </a:extLst>
            </p:cNvPr>
            <p:cNvSpPr txBox="1"/>
            <p:nvPr/>
          </p:nvSpPr>
          <p:spPr>
            <a:xfrm>
              <a:off x="1940621" y="4516501"/>
              <a:ext cx="1948658" cy="438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&gt; 40 research funding applications</a:t>
              </a:r>
              <a:endParaRPr sz="1200">
                <a:solidFill>
                  <a:srgbClr val="1F386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9501C03-588F-7B8E-77F1-AA5FA3EC2004}"/>
              </a:ext>
            </a:extLst>
          </p:cNvPr>
          <p:cNvGrpSpPr/>
          <p:nvPr/>
        </p:nvGrpSpPr>
        <p:grpSpPr>
          <a:xfrm>
            <a:off x="547553" y="1869325"/>
            <a:ext cx="1950108" cy="2314163"/>
            <a:chOff x="335401" y="1367432"/>
            <a:chExt cx="1950108" cy="23141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B4EA6EA-17AC-5CAD-37A4-8E418A6EEFAE}"/>
                </a:ext>
              </a:extLst>
            </p:cNvPr>
            <p:cNvGrpSpPr/>
            <p:nvPr/>
          </p:nvGrpSpPr>
          <p:grpSpPr>
            <a:xfrm>
              <a:off x="335401" y="1367432"/>
              <a:ext cx="1948658" cy="1424343"/>
              <a:chOff x="335401" y="1367432"/>
              <a:chExt cx="1948658" cy="1424343"/>
            </a:xfrm>
          </p:grpSpPr>
          <p:sp>
            <p:nvSpPr>
              <p:cNvPr id="9" name="Google Shape;451;p12">
                <a:extLst>
                  <a:ext uri="{FF2B5EF4-FFF2-40B4-BE49-F238E27FC236}">
                    <a16:creationId xmlns:a16="http://schemas.microsoft.com/office/drawing/2014/main" id="{3BBD4DE1-EE27-41FE-62CB-11ED7C20DFAD}"/>
                  </a:ext>
                </a:extLst>
              </p:cNvPr>
              <p:cNvSpPr/>
              <p:nvPr/>
            </p:nvSpPr>
            <p:spPr>
              <a:xfrm>
                <a:off x="964784" y="1367432"/>
                <a:ext cx="685800" cy="685800"/>
              </a:xfrm>
              <a:prstGeom prst="ellipse">
                <a:avLst/>
              </a:prstGeom>
              <a:solidFill>
                <a:srgbClr val="7DD2CE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 defTabSz="685800">
                  <a:buSzPts val="1400"/>
                  <a:defRPr/>
                </a:pPr>
                <a:endParaRPr sz="1050">
                  <a:solidFill>
                    <a:srgbClr val="FFFFFF"/>
                  </a:solidFill>
                </a:endParaRPr>
              </a:p>
            </p:txBody>
          </p:sp>
          <p:pic>
            <p:nvPicPr>
              <p:cNvPr id="10" name="Google Shape;452;p12" descr="Database with solid fill">
                <a:extLst>
                  <a:ext uri="{FF2B5EF4-FFF2-40B4-BE49-F238E27FC236}">
                    <a16:creationId xmlns:a16="http://schemas.microsoft.com/office/drawing/2014/main" id="{3F7B073F-94F3-C172-9D54-C72F65F2C55D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130402" y="1531608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Google Shape;459;p12">
                <a:extLst>
                  <a:ext uri="{FF2B5EF4-FFF2-40B4-BE49-F238E27FC236}">
                    <a16:creationId xmlns:a16="http://schemas.microsoft.com/office/drawing/2014/main" id="{BD9CC00C-3232-B717-7318-F79CC13F0EAD}"/>
                  </a:ext>
                </a:extLst>
              </p:cNvPr>
              <p:cNvSpPr txBox="1"/>
              <p:nvPr/>
            </p:nvSpPr>
            <p:spPr>
              <a:xfrm>
                <a:off x="335401" y="2279332"/>
                <a:ext cx="1948658" cy="392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 defTabSz="685800">
                  <a:buSzPts val="1400"/>
                  <a:defRPr/>
                </a:pPr>
                <a:r>
                  <a:rPr lang="en-US" sz="1050" b="1">
                    <a:solidFill>
                      <a:srgbClr val="1F3864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RESEARCH OUTPUT </a:t>
                </a:r>
                <a:r>
                  <a:rPr lang="en-US" sz="1050">
                    <a:solidFill>
                      <a:srgbClr val="1F3864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with an Impact</a:t>
                </a:r>
                <a:endParaRPr sz="1050" b="1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12" name="Google Shape;465;p12">
                <a:extLst>
                  <a:ext uri="{FF2B5EF4-FFF2-40B4-BE49-F238E27FC236}">
                    <a16:creationId xmlns:a16="http://schemas.microsoft.com/office/drawing/2014/main" id="{42669ADA-B430-7E0D-AC3B-F7612D1E998C}"/>
                  </a:ext>
                </a:extLst>
              </p:cNvPr>
              <p:cNvCxnSpPr/>
              <p:nvPr/>
            </p:nvCxnSpPr>
            <p:spPr>
              <a:xfrm>
                <a:off x="335401" y="2791775"/>
                <a:ext cx="1948658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" name="Google Shape;473;p12">
              <a:extLst>
                <a:ext uri="{FF2B5EF4-FFF2-40B4-BE49-F238E27FC236}">
                  <a16:creationId xmlns:a16="http://schemas.microsoft.com/office/drawing/2014/main" id="{4E1C9E8B-768E-145D-652F-B4F1B7635D4D}"/>
                </a:ext>
              </a:extLst>
            </p:cNvPr>
            <p:cNvSpPr txBox="1"/>
            <p:nvPr/>
          </p:nvSpPr>
          <p:spPr>
            <a:xfrm>
              <a:off x="336851" y="2873712"/>
              <a:ext cx="1948658" cy="807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&gt; 6000 citations p.a.</a:t>
              </a:r>
            </a:p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</a:rPr>
                <a:t>&gt; 100 publications p.a.</a:t>
              </a:r>
            </a:p>
            <a:p>
              <a:pPr defTabSz="685800">
                <a:buSzPts val="1600"/>
                <a:defRPr/>
              </a:pPr>
              <a:r>
                <a:rPr lang="en-US" sz="1200">
                  <a:solidFill>
                    <a:srgbClr val="1F3864"/>
                  </a:solidFill>
                  <a:latin typeface="Century Gothic"/>
                  <a:ea typeface="Century Gothic"/>
                  <a:cs typeface="Century Gothic"/>
                </a:rPr>
                <a:t>&gt; h-index &gt; 100 (top 200 university)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85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109398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188159" y="2191048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/>
              <a:t>Highly successful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Impressive progress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Quality of publications is very good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Relevance of publications is excellent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Quantity of publications is excellent</a:t>
            </a:r>
          </a:p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-US" sz="1200">
              <a:latin typeface="Arial"/>
              <a:cs typeface="Arial"/>
            </a:endParaRPr>
          </a:p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-US" sz="1200">
              <a:latin typeface="Arial"/>
              <a:cs typeface="Arial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2"/>
          </p:nvPr>
        </p:nvSpPr>
        <p:spPr>
          <a:xfrm>
            <a:off x="6813962" y="2191052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n-US" sz="1800"/>
              <a:t>400+ members from 50+ countries</a:t>
            </a:r>
          </a:p>
          <a:p>
            <a:pPr marL="171450" indent="-171450">
              <a:buFont typeface="Arial,Sans-Serif"/>
              <a:buChar char="•"/>
            </a:pPr>
            <a:r>
              <a:rPr lang="en-US" sz="1800"/>
              <a:t>Significant number of initiatives</a:t>
            </a:r>
          </a:p>
          <a:p>
            <a:pPr marL="171450" indent="-171450">
              <a:buFont typeface="Arial,Sans-Serif"/>
              <a:buChar char="•"/>
            </a:pPr>
            <a:r>
              <a:rPr lang="en-US" sz="1800"/>
              <a:t>Development of a vibrant and diverse scientific community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3"/>
          </p:nvPr>
        </p:nvSpPr>
        <p:spPr>
          <a:xfrm>
            <a:off x="170886" y="1266936"/>
            <a:ext cx="3045607" cy="90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Research Output </a:t>
            </a:r>
          </a:p>
        </p:txBody>
      </p:sp>
      <p:sp>
        <p:nvSpPr>
          <p:cNvPr id="67" name="Google Shape;67;p2"/>
          <p:cNvSpPr txBox="1">
            <a:spLocks noGrp="1"/>
          </p:cNvSpPr>
          <p:nvPr>
            <p:ph type="body" idx="4"/>
          </p:nvPr>
        </p:nvSpPr>
        <p:spPr>
          <a:xfrm>
            <a:off x="6813959" y="1266935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Research Community </a:t>
            </a: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3.5 years Evaluation</a:t>
            </a:r>
          </a:p>
        </p:txBody>
      </p:sp>
      <p:sp>
        <p:nvSpPr>
          <p:cNvPr id="69" name="Google Shape;69;p2"/>
          <p:cNvSpPr txBox="1">
            <a:spLocks noGrp="1"/>
          </p:cNvSpPr>
          <p:nvPr>
            <p:ph type="body" idx="6"/>
          </p:nvPr>
        </p:nvSpPr>
        <p:spPr>
          <a:xfrm>
            <a:off x="3501061" y="2191047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n-US" sz="1800"/>
              <a:t>Plays a significant role in promoting state of the art</a:t>
            </a:r>
          </a:p>
          <a:p>
            <a:pPr marL="171450" indent="-171450">
              <a:buFont typeface="Arial,Sans-Serif"/>
              <a:buChar char="•"/>
            </a:pPr>
            <a:r>
              <a:rPr lang="en-US" sz="1800"/>
              <a:t>Highly effective dissemination activities</a:t>
            </a:r>
          </a:p>
          <a:p>
            <a:pPr marL="171450" indent="-171450">
              <a:buFont typeface="Arial,Sans-Serif"/>
              <a:buChar char="•"/>
            </a:pPr>
            <a:r>
              <a:rPr lang="en-US" sz="1800"/>
              <a:t>Highly effective exploitation activities</a:t>
            </a:r>
          </a:p>
          <a:p>
            <a:pPr marL="171450" indent="-171450">
              <a:buFont typeface="Arial,Sans-Serif"/>
              <a:buChar char="•"/>
            </a:pPr>
            <a:r>
              <a:rPr lang="en-US" sz="1800"/>
              <a:t>Significance of publications is excellent</a:t>
            </a:r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7"/>
          </p:nvPr>
        </p:nvSpPr>
        <p:spPr>
          <a:xfrm>
            <a:off x="3492423" y="1266478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Research Impact </a:t>
            </a:r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8"/>
          </p:nvPr>
        </p:nvSpPr>
        <p:spPr>
          <a:xfrm>
            <a:off x="173882" y="5053600"/>
            <a:ext cx="9564478" cy="16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spcBef>
                <a:spcPts val="811"/>
              </a:spcBef>
            </a:pPr>
            <a:r>
              <a:rPr lang="en-US" sz="1500"/>
              <a:t>Overall, the COST FinTech and AI in Finance Action has so far made impressive headways in </a:t>
            </a:r>
            <a:r>
              <a:rPr lang="en-US" sz="1500" err="1"/>
              <a:t>mobilising</a:t>
            </a:r>
            <a:r>
              <a:rPr lang="en-US" sz="1500"/>
              <a:t> a robust FinTech community and progressing the State of the Art in FinTech-related data science and successfully disseminating a large body of associated and highly consequential research.</a:t>
            </a:r>
          </a:p>
          <a:p>
            <a:pPr marL="0" marR="0" lvl="0" indent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SzPts val="1950"/>
              <a:buFont typeface="Arial"/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01273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188159" y="2191048"/>
            <a:ext cx="3045607" cy="324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 sz="1800"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3"/>
          </p:nvPr>
        </p:nvSpPr>
        <p:spPr>
          <a:xfrm>
            <a:off x="170886" y="1266936"/>
            <a:ext cx="3045607" cy="90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Summary</a:t>
            </a:r>
          </a:p>
        </p:txBody>
      </p:sp>
      <p:sp>
        <p:nvSpPr>
          <p:cNvPr id="67" name="Google Shape;67;p2"/>
          <p:cNvSpPr txBox="1">
            <a:spLocks noGrp="1"/>
          </p:cNvSpPr>
          <p:nvPr>
            <p:ph type="body" idx="4"/>
          </p:nvPr>
        </p:nvSpPr>
        <p:spPr>
          <a:xfrm>
            <a:off x="6813959" y="1266935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Expected Impact</a:t>
            </a: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Vision XAI</a:t>
            </a:r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7"/>
          </p:nvPr>
        </p:nvSpPr>
        <p:spPr>
          <a:xfrm>
            <a:off x="3492423" y="1266478"/>
            <a:ext cx="3045607" cy="9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Innovation</a:t>
            </a:r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8"/>
          </p:nvPr>
        </p:nvSpPr>
        <p:spPr>
          <a:xfrm>
            <a:off x="173882" y="5746630"/>
            <a:ext cx="9564478" cy="90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spcBef>
                <a:spcPts val="811"/>
              </a:spcBef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9783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174010" y="2169833"/>
            <a:ext cx="9561295" cy="326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 sz="1800"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3"/>
          </p:nvPr>
        </p:nvSpPr>
        <p:spPr>
          <a:xfrm>
            <a:off x="170886" y="1259865"/>
            <a:ext cx="9554220" cy="90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Work and Exploitation Plan</a:t>
            </a: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Vision XAI</a:t>
            </a:r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8"/>
          </p:nvPr>
        </p:nvSpPr>
        <p:spPr>
          <a:xfrm>
            <a:off x="173882" y="5746630"/>
            <a:ext cx="9564478" cy="90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spcBef>
                <a:spcPts val="811"/>
              </a:spcBef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39624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174010" y="2169833"/>
            <a:ext cx="9561295" cy="326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 sz="1800"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3"/>
          </p:nvPr>
        </p:nvSpPr>
        <p:spPr>
          <a:xfrm>
            <a:off x="170886" y="1259865"/>
            <a:ext cx="9554220" cy="90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Why COST Innovators Grant?</a:t>
            </a: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5"/>
          </p:nvPr>
        </p:nvSpPr>
        <p:spPr>
          <a:xfrm>
            <a:off x="188161" y="478575"/>
            <a:ext cx="9550329" cy="7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11"/>
              </a:spcBef>
            </a:pPr>
            <a:r>
              <a:rPr lang="en-US"/>
              <a:t>Vision XAI</a:t>
            </a:r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8"/>
          </p:nvPr>
        </p:nvSpPr>
        <p:spPr>
          <a:xfrm>
            <a:off x="173882" y="5746630"/>
            <a:ext cx="9564478" cy="90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spcBef>
                <a:spcPts val="811"/>
              </a:spcBef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924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82085a211b_0_13"/>
          <p:cNvSpPr txBox="1">
            <a:spLocks noGrp="1"/>
          </p:cNvSpPr>
          <p:nvPr>
            <p:ph type="title"/>
          </p:nvPr>
        </p:nvSpPr>
        <p:spPr>
          <a:xfrm>
            <a:off x="1499488" y="692126"/>
            <a:ext cx="69054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b="0">
                <a:solidFill>
                  <a:srgbClr val="0064BA"/>
                </a:solidFill>
              </a:rPr>
              <a:t>Fintech and Artificial Intelligence in Finance – </a:t>
            </a:r>
            <a:endParaRPr b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b="0">
                <a:solidFill>
                  <a:srgbClr val="0064BA"/>
                </a:solidFill>
              </a:rPr>
              <a:t>Towards a transparent financial industry</a:t>
            </a: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g282085a211b_0_13"/>
          <p:cNvSpPr txBox="1">
            <a:spLocks noGrp="1"/>
          </p:cNvSpPr>
          <p:nvPr>
            <p:ph type="sldNum" idx="12"/>
          </p:nvPr>
        </p:nvSpPr>
        <p:spPr>
          <a:xfrm>
            <a:off x="8525207" y="6381750"/>
            <a:ext cx="6744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3" name="Google Shape;233;g282085a211b_0_13"/>
          <p:cNvSpPr txBox="1">
            <a:spLocks noGrp="1"/>
          </p:cNvSpPr>
          <p:nvPr>
            <p:ph type="body" idx="1"/>
          </p:nvPr>
        </p:nvSpPr>
        <p:spPr>
          <a:xfrm>
            <a:off x="2997250" y="3287588"/>
            <a:ext cx="39099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Thank you!</a:t>
            </a:r>
            <a:endParaRPr sz="4800"/>
          </a:p>
        </p:txBody>
      </p:sp>
      <p:sp>
        <p:nvSpPr>
          <p:cNvPr id="234" name="Google Shape;234;g282085a211b_0_13"/>
          <p:cNvSpPr txBox="1">
            <a:spLocks noGrp="1"/>
          </p:cNvSpPr>
          <p:nvPr>
            <p:ph type="body" idx="2"/>
          </p:nvPr>
        </p:nvSpPr>
        <p:spPr>
          <a:xfrm>
            <a:off x="704038" y="1765102"/>
            <a:ext cx="8496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0064BA"/>
                </a:solidFill>
              </a:rPr>
              <a:t>COST FInAI Core group meeting</a:t>
            </a:r>
            <a:br>
              <a:rPr lang="en-US" sz="1800">
                <a:solidFill>
                  <a:srgbClr val="0064BA"/>
                </a:solidFill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54B87C28FEFA4AAE092391D0079FE1" ma:contentTypeVersion="15" ma:contentTypeDescription="Crée un document." ma:contentTypeScope="" ma:versionID="e8a67af5a7778341a5c1ff2fb99b9b87">
  <xsd:schema xmlns:xsd="http://www.w3.org/2001/XMLSchema" xmlns:xs="http://www.w3.org/2001/XMLSchema" xmlns:p="http://schemas.microsoft.com/office/2006/metadata/properties" xmlns:ns2="421fce7b-b771-4f81-be52-15a33b1b6b95" xmlns:ns3="da5cdfc7-013d-46ce-9160-57d9aef5e595" targetNamespace="http://schemas.microsoft.com/office/2006/metadata/properties" ma:root="true" ma:fieldsID="3e7b7c105bfc366d4a65a365cb66a125" ns2:_="" ns3:_="">
    <xsd:import namespace="421fce7b-b771-4f81-be52-15a33b1b6b95"/>
    <xsd:import namespace="da5cdfc7-013d-46ce-9160-57d9aef5e5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fce7b-b771-4f81-be52-15a33b1b6b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762c749-3c58-4e44-b2b3-1d952cc78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5cdfc7-013d-46ce-9160-57d9aef5e59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fa1394f0-86dd-4812-9a49-c010ed93629d}" ma:internalName="TaxCatchAll" ma:showField="CatchAllData" ma:web="da5cdfc7-013d-46ce-9160-57d9aef5e5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1fce7b-b771-4f81-be52-15a33b1b6b95">
      <Terms xmlns="http://schemas.microsoft.com/office/infopath/2007/PartnerControls"/>
    </lcf76f155ced4ddcb4097134ff3c332f>
    <TaxCatchAll xmlns="da5cdfc7-013d-46ce-9160-57d9aef5e595" xsi:nil="true"/>
  </documentManagement>
</p:properties>
</file>

<file path=customXml/itemProps1.xml><?xml version="1.0" encoding="utf-8"?>
<ds:datastoreItem xmlns:ds="http://schemas.openxmlformats.org/officeDocument/2006/customXml" ds:itemID="{08B75377-B94E-4A16-94C9-55D742F342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B79120-9A81-4C68-B56B-30628B953E31}"/>
</file>

<file path=customXml/itemProps3.xml><?xml version="1.0" encoding="utf-8"?>
<ds:datastoreItem xmlns:ds="http://schemas.openxmlformats.org/officeDocument/2006/customXml" ds:itemID="{DE405F22-15ED-455D-A646-32F1A58F806F}">
  <ds:schemaRefs>
    <ds:schemaRef ds:uri="421fce7b-b771-4f81-be52-15a33b1b6b95"/>
    <ds:schemaRef ds:uri="da5cdfc7-013d-46ce-9160-57d9aef5e59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Custom</PresentationFormat>
  <Paragraphs>94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zhaw_Folien_deutsch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Fintech and Artificial Intelligence in Finance –  Towards a transparent financial industry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</dc:creator>
  <cp:lastModifiedBy>Joerg</cp:lastModifiedBy>
  <cp:revision>4</cp:revision>
  <dcterms:created xsi:type="dcterms:W3CDTF">2021-02-07T20:47:18Z</dcterms:created>
  <dcterms:modified xsi:type="dcterms:W3CDTF">2024-04-25T13:11:27Z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2021-04-22T06:45:08Z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a2116a3d-a956-4e46-a0c4-799a216d58c9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0x0101006C54B87C28FEFA4AAE092391D0079FE1</vt:lpwstr>
  </property>
  <property fmtid="{D5CDD505-2E9C-101B-9397-08002B2CF9AE}" pid="10" name="MediaServiceImageTags">
    <vt:lpwstr/>
  </property>
</Properties>
</file>